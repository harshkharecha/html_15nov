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0" r:id="rId4"/>
    <p:sldId id="261" r:id="rId5"/>
    <p:sldId id="258" r:id="rId6"/>
    <p:sldId id="264" r:id="rId7"/>
    <p:sldId id="263" r:id="rId8"/>
    <p:sldId id="262" r:id="rId9"/>
    <p:sldId id="266" r:id="rId10"/>
    <p:sldId id="267" r:id="rId11"/>
    <p:sldId id="268" r:id="rId12"/>
    <p:sldId id="270" r:id="rId13"/>
    <p:sldId id="271" r:id="rId14"/>
    <p:sldId id="272" r:id="rId15"/>
    <p:sldId id="274" r:id="rId16"/>
    <p:sldId id="275" r:id="rId17"/>
    <p:sldId id="276" r:id="rId18"/>
    <p:sldId id="278" r:id="rId19"/>
    <p:sldId id="279" r:id="rId20"/>
    <p:sldId id="280" r:id="rId21"/>
    <p:sldId id="282" r:id="rId22"/>
    <p:sldId id="283" r:id="rId23"/>
    <p:sldId id="284" r:id="rId24"/>
    <p:sldId id="286" r:id="rId25"/>
    <p:sldId id="287" r:id="rId26"/>
    <p:sldId id="288" r:id="rId27"/>
    <p:sldId id="290" r:id="rId28"/>
    <p:sldId id="291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5023"/>
    <a:srgbClr val="D27C42"/>
    <a:srgbClr val="EB834F"/>
    <a:srgbClr val="E97237"/>
    <a:srgbClr val="EA7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201" autoAdjust="0"/>
  </p:normalViewPr>
  <p:slideViewPr>
    <p:cSldViewPr snapToGrid="0">
      <p:cViewPr>
        <p:scale>
          <a:sx n="82" d="100"/>
          <a:sy n="82" d="100"/>
        </p:scale>
        <p:origin x="25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F5EA7-E9EA-4A4F-86DB-726BC8467098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E191C-E505-405E-8DDE-CE81BCA59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9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0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2DC2-A81B-A8E7-4056-1FC59FE4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4E462-9F4D-575C-69C0-EFDFA11A7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1CCCE-4CDD-4906-79FC-88FCA606C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8C710-433A-A61D-9D8F-117BFA0E9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7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7A86-4EA6-CC0E-3E4A-706BF9A1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4B03C-3EDA-B03F-B300-98E673C10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A5C5C-DDD5-7FB5-FFF8-02CB64F6F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46CED-6C1F-82F6-BBDB-99DF6FB26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52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C4F8-E829-5C33-E5CF-0C58F3E2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C08E7-B542-2D8B-4DFC-BBDE823B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5878A-4FED-8AA8-CE04-685BC7510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CA66-72D9-1CD4-A4EC-6D6E66D17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50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9002-8B9B-4FD7-FB34-C72BC883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3A745-D530-15AB-1979-24A01FA7D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6F674-60E4-0D80-D33C-A3FC3CF3E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7418B-D16C-628A-137D-0896F5A38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0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ABD3-B199-07EB-3BED-0A954AB5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53025-10D8-6A77-B1E0-CF01CA11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390B3-98DB-CB08-7C41-04BE5BD1A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8668C-DD84-CB12-9351-11C1626DC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67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A649-DF8D-286D-DA42-08583DC8C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9AAE6-6BFD-E271-4B9A-842C400DF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DB937-87A8-C69B-6925-BA039FFE7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86F4E-EF0F-8084-F7D4-F98D364B5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53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A1EAD-54C6-F342-5C3F-6CD5B272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91B78-6E4E-8982-49A7-3B368FF37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3797B-1931-91D3-815C-A71825267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F1DC-7B77-37DD-D5C8-CF6CD952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43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D0F4-CE2F-0596-4C46-58278A72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8CE2B-EFDE-C2D4-E212-D8422148A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23E30-9CB6-BFFC-B9F1-EAA8A9BD8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C306E-2245-DEB7-8F86-0809EB8C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4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5E82E-7348-C6B9-9AE7-FBABE2EA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C9DD8-78A3-AD61-FA98-C484AFB7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BDDE0-4131-BB61-4055-806C70A10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552A3-9E9F-CFB0-FB9F-47561104E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74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16C1C-3FBD-1300-476C-788ABEB7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E9D35-5356-C36F-CCB7-4AA9A126B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65591-1397-D164-42BD-273E39538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99293-8D24-E8E9-3588-AED3DCDC0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35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C318-3D69-6989-4B50-03AF031D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0B5AB-57F9-E2A6-A709-DEAE7380F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584DA-8DAB-A669-825A-8E91D714D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5CF7B-E8DC-6567-196C-9D7C9D832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24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1220-DEBD-7F53-9F19-C4E49BF0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33ACB-54D1-A121-E5F3-AE6900E9F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20AA4-5539-632C-42CE-708DFD43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4140C-526D-A357-FBC7-3F64A7F55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92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165E-6D2A-0149-0A1D-C5CBCE9D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FD727-7090-7105-51B0-A0A8422AF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3BC8B-BF97-9F6A-9E3D-5B71761E3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C65F0-21D0-954F-1D3A-4168DB3C2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04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CFD3-F7CA-A6A6-AE82-EB28B5E0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AFA88-CE89-606B-ABE8-5291D8DA3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49BBC-5898-2CCA-5D54-6BF8BB84D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E1AD6-0E8D-0E74-6FA7-391B75AAC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85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8CA2-8876-9BD9-C45A-C5D0DD4C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ED1F0-D7B0-74D6-EE45-210A001BE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B9731-C0D1-8BB9-0206-A8A102348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E00CD-93B3-6176-6EA6-556CE97C4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72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95EC-C807-3E87-17B5-B9DB142D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ADA3A-F32E-F03A-3419-1691DA9A6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69264-D7FE-62DF-3F4E-D87A38A59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F87C3-033A-81D2-D599-920B9844D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59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FB72-060E-EC91-9DA9-1BE45626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F3CE9-04EE-1D12-D3A6-4B16DD63D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CD8F0-56ED-48EC-BF91-B8F5C19A9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782CD-25FF-D953-8403-FB010E9EB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6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DA4B-0CE1-56D8-B34F-0F9684D8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05214-63BC-2660-EC42-263911AF3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F2450-EABF-B78B-5BFF-B611FDAEA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6EDA-1D62-5E1E-59C4-7308680DC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4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C948-5345-A4E4-1AF5-93E906B7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7A9FF-7763-E2BD-4163-B8402F056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2F039-9363-540F-DFD3-A1E307C7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AE84-1A84-0DDC-79B6-70281489B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13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587C5-6FC6-F0E2-8737-415544F2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7197-15B1-90F5-786E-644B0E48C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72159-242A-9314-869E-1CBC47A63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54191-A49B-9082-6AB8-6AC037A25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61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59AB-A119-0207-968F-91ED06EC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0A89B-A2ED-70FC-CD67-34AE0E9C7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457D7-8C93-B009-D827-777168E70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76870-A35A-585D-C35F-71B401F51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B42E-C0FC-2AF0-E8D0-92448BD6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D4155-54CF-EBA4-9881-5B4BE48DE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E4444-7333-4EAD-9F87-BFFEF505F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C9AFD-02BD-4D90-68D4-FDBD03218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69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4304-5BCA-5FE6-BA8A-BB792CB2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41B8F-643D-734F-D4A6-0CB6CC2FB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3C8E9-D510-D354-A218-F3CF2988D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DBAD5-ACD6-8960-CDFB-B9B7BB1A6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38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9542-FC9C-5FEC-C0D7-FBB63836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5C16D-6DE5-45C0-2C07-1BD202246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18579-ACCB-8812-4977-F3F2DD06A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6AADD-7E40-2D4C-B2AA-6C9AD2AA0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405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001F-0F88-6C72-5AED-F584E0316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91E1A-CC84-6B86-4BF8-6D708B4E2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6A02-457B-C2AE-2AB9-A85C9CA06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FC0F2-111E-9929-0DBC-C4BD1EAF2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47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430D-B8DD-BD8B-CC07-CF9D790E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34451-6CAC-0111-364D-851D13CA7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CFC74-2F17-D67E-EC37-2E1121A69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9A32F-7D69-B24D-0742-242B3A311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474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D731-3102-5AFC-C04D-96AFF616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371AE-E21B-D466-9ECD-A3AED1AAE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E530D-EB12-61B4-CDB8-F52350E17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44774-139F-7CF9-EBA9-0A7E5356B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191C-E505-405E-8DDE-CE81BCA5901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7BCA-DF60-F36D-121A-0B25E4220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803A2-2EBF-0D96-6D5F-5385738C7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3AFA-0FD5-0E28-F9EB-CB6AB5F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C753-BEA4-5031-AF85-3E89050B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EB367-133E-8441-E69C-7406F1ED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30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2268-C9E5-4909-0D89-E04CFEEC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1611-4949-B5F6-5E19-66C79EA4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797E-BE05-3C45-4680-CE7156CC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4ABD2-2579-4C16-C8D8-F95451147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566DE-B685-D7A4-2163-640BB704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9922D-2013-0A13-0F88-E8A55041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4C316-3762-22FE-EBF0-B9266BFE0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101FC-7E15-3C9B-4D9F-3EB6BC55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ACA41-81F4-EEE1-1AAB-7C60AEB6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C0E4-117A-EF4B-6F26-F2FEEFB7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9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9941-D5BF-0BF9-99B8-02094BE7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89217-4CC5-850D-0D29-8E54FD356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F86A8-D9BF-8048-F915-2942D0390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37C2B-7AEE-6F0A-B633-604BF438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3FB4E-B39C-1239-F191-15E9D3BE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83FE0-CEEC-C22C-42FF-717E7874D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3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5CFF-09C7-E085-0A0E-6FBCF39C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70BCD-AA96-4573-1BE6-AA2B63CD2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32A30-FD9A-5BC4-D498-7863874AB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5C407-F9BA-269B-E6E9-1E5E7C507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F1665-D08D-CBA2-3BC2-7D1DECEAD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C264D-2A77-F9F4-092C-E9C3EFE5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EF4C0-863A-E0B3-A39B-EBD5B692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090C9D-F687-05C4-5A4C-2C8BDABD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F7CD-EEFA-695D-ECA0-4A66336F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B2D26-5142-064F-F23A-5D95FFAF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F12A8-2CA6-95CF-DAA7-368E04D4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11FE1-91DE-887F-798A-647001A6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4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2E0F3-2CA1-C9ED-9BBE-CE1C163F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DD967-1644-1588-34E9-0A7A0B06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BB030-793B-57BB-E1A4-6FA7B2A3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3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C1CA-55DA-DC11-5B7E-93773C5E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69C5B-482E-4137-3FFD-5397B328F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512A8-66DF-82C9-6943-08DFA1896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C92DF-805A-D428-47BE-4374A7A30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50EF4-85A9-9B03-9718-D078CFB4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9BCE1-F735-2B5F-C6DF-ADF33B271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0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338C-0D9F-0718-CF1E-23A2BF87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8AA7C-D79D-9D11-647E-68615818C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4B64F-B6FA-1F87-2E33-222511D2F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66E2B-0D0F-49A8-CFDC-039F729B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0A8AD-3D83-E48E-03D3-8C14C9CD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F2B79-DC95-027F-C909-01072CD1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7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299B-C32B-A409-2106-29B445A0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ED421-83B5-98DD-D72E-05D22BB3A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A854-F696-F518-BEB9-4ABF8167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E3C39-4173-862C-1F95-FFC530A8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32DA-7BEB-5DAF-5866-739ED598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7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36E45-28EA-CFDD-9334-AD0D75069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F0BFD-ADAD-5953-63A2-821CAB39E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EC38-5BCC-B1B3-3A3A-2E58F643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9A9B6-F103-E4B8-D4B8-D56C0E53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977E4-6C36-0D97-1486-A119ACD3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2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A91EE-91F3-2A62-ECB9-41EFBACC3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A941A-CEBC-404C-EA32-9944CAC1E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C2D70-1972-9936-5E72-E0C89DAC0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AD4F0-8F04-48CF-BBED-3A088ECD3B7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0AA5-6904-A6B5-52B8-E324797B7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EB3E7-6CAC-48B4-3DAE-B799E39D2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036F8-AFE1-499B-8730-0048C0329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5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2EB3A6-FB56-3A5B-E91E-B1B982176E3F}"/>
              </a:ext>
            </a:extLst>
          </p:cNvPr>
          <p:cNvSpPr/>
          <p:nvPr/>
        </p:nvSpPr>
        <p:spPr>
          <a:xfrm>
            <a:off x="8456970" y="-4754905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E88CED5-5A2E-92A8-F25F-7BFCA0D27655}"/>
              </a:ext>
            </a:extLst>
          </p:cNvPr>
          <p:cNvSpPr/>
          <p:nvPr/>
        </p:nvSpPr>
        <p:spPr>
          <a:xfrm>
            <a:off x="-3185652" y="7006968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942A44F-7CFD-14F6-D267-0F7A17737960}"/>
              </a:ext>
            </a:extLst>
          </p:cNvPr>
          <p:cNvSpPr/>
          <p:nvPr/>
        </p:nvSpPr>
        <p:spPr>
          <a:xfrm>
            <a:off x="-3185653" y="2728515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BC9EBEB-352F-828D-747F-F4ECEE3D1873}"/>
              </a:ext>
            </a:extLst>
          </p:cNvPr>
          <p:cNvSpPr/>
          <p:nvPr/>
        </p:nvSpPr>
        <p:spPr>
          <a:xfrm>
            <a:off x="-3185652" y="5415489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2EB7BD7-F62D-2047-3721-E5743290E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993502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955023"/>
                </a:solidFill>
              </a:rPr>
              <a:t>Mastering HTML Forms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26EF524-9178-0A3C-63F8-28F46689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749277"/>
            <a:ext cx="6400800" cy="1752600"/>
          </a:xfrm>
        </p:spPr>
        <p:txBody>
          <a:bodyPr/>
          <a:lstStyle/>
          <a:p>
            <a:r>
              <a:rPr dirty="0">
                <a:solidFill>
                  <a:srgbClr val="00B050"/>
                </a:solidFill>
              </a:rPr>
              <a:t>With Graphics, Code &amp; Animations</a:t>
            </a:r>
          </a:p>
          <a:p>
            <a:r>
              <a:rPr dirty="0">
                <a:solidFill>
                  <a:srgbClr val="00B050"/>
                </a:solidFill>
              </a:rPr>
              <a:t>(Interactive Teaching Slides)</a:t>
            </a:r>
          </a:p>
        </p:txBody>
      </p:sp>
    </p:spTree>
    <p:extLst>
      <p:ext uri="{BB962C8B-B14F-4D97-AF65-F5344CB8AC3E}">
        <p14:creationId xmlns:p14="http://schemas.microsoft.com/office/powerpoint/2010/main" val="2499734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A7B2E61-D3AB-9A41-B000-535B39F8C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873" y="1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 hidden="1">
            <a:extLst>
              <a:ext uri="{FF2B5EF4-FFF2-40B4-BE49-F238E27FC236}">
                <a16:creationId xmlns:a16="http://schemas.microsoft.com/office/drawing/2014/main" id="{F776BE12-53A4-60FC-2736-757725BD9A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3261" y="1"/>
            <a:ext cx="12785260" cy="7197212"/>
          </a:xfrm>
          <a:custGeom>
            <a:avLst/>
            <a:gdLst>
              <a:gd name="csX0" fmla="*/ 0 w 12785260"/>
              <a:gd name="csY0" fmla="*/ 0 h 7197212"/>
              <a:gd name="csX1" fmla="*/ 593259 w 12785260"/>
              <a:gd name="csY1" fmla="*/ 0 h 7197212"/>
              <a:gd name="csX2" fmla="*/ 606010 w 12785260"/>
              <a:gd name="csY2" fmla="*/ 57759 h 7197212"/>
              <a:gd name="csX3" fmla="*/ 10919947 w 12785260"/>
              <a:gd name="csY3" fmla="*/ 6857998 h 7197212"/>
              <a:gd name="csX4" fmla="*/ 12523231 w 12785260"/>
              <a:gd name="csY4" fmla="*/ 6759867 h 7197212"/>
              <a:gd name="csX5" fmla="*/ 12785260 w 12785260"/>
              <a:gd name="csY5" fmla="*/ 6722013 h 7197212"/>
              <a:gd name="csX6" fmla="*/ 12785260 w 12785260"/>
              <a:gd name="csY6" fmla="*/ 7054501 h 7197212"/>
              <a:gd name="csX7" fmla="*/ 12510481 w 12785260"/>
              <a:gd name="csY7" fmla="*/ 7094227 h 7197212"/>
              <a:gd name="csX8" fmla="*/ 10829182 w 12785260"/>
              <a:gd name="csY8" fmla="*/ 7197212 h 7197212"/>
              <a:gd name="csX9" fmla="*/ 13371 w 12785260"/>
              <a:gd name="csY9" fmla="*/ 60616 h 7197212"/>
              <a:gd name="csX10" fmla="*/ 0 w 12785260"/>
              <a:gd name="csY10" fmla="*/ 0 h 719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5260" h="7197212">
                <a:moveTo>
                  <a:pt x="0" y="0"/>
                </a:moveTo>
                <a:lnTo>
                  <a:pt x="593259" y="0"/>
                </a:lnTo>
                <a:lnTo>
                  <a:pt x="606010" y="57759"/>
                </a:lnTo>
                <a:cubicBezTo>
                  <a:pt x="1587690" y="3938648"/>
                  <a:pt x="5832384" y="6857998"/>
                  <a:pt x="10919947" y="6857998"/>
                </a:cubicBezTo>
                <a:cubicBezTo>
                  <a:pt x="11465043" y="6857998"/>
                  <a:pt x="12000464" y="6824486"/>
                  <a:pt x="12523231" y="6759867"/>
                </a:cubicBezTo>
                <a:lnTo>
                  <a:pt x="12785260" y="6722013"/>
                </a:lnTo>
                <a:lnTo>
                  <a:pt x="12785260" y="7054501"/>
                </a:lnTo>
                <a:lnTo>
                  <a:pt x="12510481" y="7094227"/>
                </a:lnTo>
                <a:cubicBezTo>
                  <a:pt x="11962276" y="7162042"/>
                  <a:pt x="11400802" y="7197212"/>
                  <a:pt x="10829182" y="7197212"/>
                </a:cubicBezTo>
                <a:cubicBezTo>
                  <a:pt x="5494060" y="7197212"/>
                  <a:pt x="1042820" y="4133463"/>
                  <a:pt x="13371" y="606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 hidden="1">
            <a:extLst>
              <a:ext uri="{FF2B5EF4-FFF2-40B4-BE49-F238E27FC236}">
                <a16:creationId xmlns:a16="http://schemas.microsoft.com/office/drawing/2014/main" id="{87EAA7D4-1282-63B9-68BA-F2BAB7419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276595" y="1"/>
            <a:ext cx="15468595" cy="7492180"/>
          </a:xfrm>
          <a:custGeom>
            <a:avLst/>
            <a:gdLst>
              <a:gd name="csX0" fmla="*/ 0 w 15468595"/>
              <a:gd name="csY0" fmla="*/ 0 h 7492180"/>
              <a:gd name="csX1" fmla="*/ 2683335 w 15468595"/>
              <a:gd name="csY1" fmla="*/ 0 h 7492180"/>
              <a:gd name="csX2" fmla="*/ 2696706 w 15468595"/>
              <a:gd name="csY2" fmla="*/ 60615 h 7492180"/>
              <a:gd name="csX3" fmla="*/ 13512517 w 15468595"/>
              <a:gd name="csY3" fmla="*/ 7197211 h 7492180"/>
              <a:gd name="csX4" fmla="*/ 15193816 w 15468595"/>
              <a:gd name="csY4" fmla="*/ 7094226 h 7492180"/>
              <a:gd name="csX5" fmla="*/ 15468595 w 15468595"/>
              <a:gd name="csY5" fmla="*/ 7054500 h 7492180"/>
              <a:gd name="csX6" fmla="*/ 15468595 w 15468595"/>
              <a:gd name="csY6" fmla="*/ 7343620 h 7492180"/>
              <a:gd name="csX7" fmla="*/ 15136146 w 15468595"/>
              <a:gd name="csY7" fmla="*/ 7384974 h 7492180"/>
              <a:gd name="csX8" fmla="*/ 13101980 w 15468595"/>
              <a:gd name="csY8" fmla="*/ 7492180 h 7492180"/>
              <a:gd name="csX9" fmla="*/ 16178 w 15468595"/>
              <a:gd name="csY9" fmla="*/ 63100 h 7492180"/>
              <a:gd name="csX10" fmla="*/ 0 w 15468595"/>
              <a:gd name="csY10" fmla="*/ 0 h 7492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68595" h="7492180">
                <a:moveTo>
                  <a:pt x="0" y="0"/>
                </a:moveTo>
                <a:lnTo>
                  <a:pt x="2683335" y="0"/>
                </a:lnTo>
                <a:lnTo>
                  <a:pt x="2696706" y="60615"/>
                </a:lnTo>
                <a:cubicBezTo>
                  <a:pt x="3726155" y="4133462"/>
                  <a:pt x="8177395" y="7197211"/>
                  <a:pt x="13512517" y="7197211"/>
                </a:cubicBezTo>
                <a:cubicBezTo>
                  <a:pt x="14084137" y="7197211"/>
                  <a:pt x="14645611" y="7162041"/>
                  <a:pt x="15193816" y="7094226"/>
                </a:cubicBezTo>
                <a:lnTo>
                  <a:pt x="15468595" y="7054500"/>
                </a:lnTo>
                <a:lnTo>
                  <a:pt x="15468595" y="7343620"/>
                </a:lnTo>
                <a:lnTo>
                  <a:pt x="15136146" y="7384974"/>
                </a:lnTo>
                <a:cubicBezTo>
                  <a:pt x="14472885" y="7455569"/>
                  <a:pt x="13793571" y="7492180"/>
                  <a:pt x="13101980" y="7492180"/>
                </a:cubicBezTo>
                <a:cubicBezTo>
                  <a:pt x="6647137" y="7492180"/>
                  <a:pt x="1261684" y="4302868"/>
                  <a:pt x="16178" y="631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 hidden="1">
            <a:extLst>
              <a:ext uri="{FF2B5EF4-FFF2-40B4-BE49-F238E27FC236}">
                <a16:creationId xmlns:a16="http://schemas.microsoft.com/office/drawing/2014/main" id="{15C9823A-4A3F-BC6A-09BF-141FEAE741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488610"/>
            <a:ext cx="4977019" cy="2369390"/>
          </a:xfrm>
          <a:custGeom>
            <a:avLst/>
            <a:gdLst>
              <a:gd name="csX0" fmla="*/ 0 w 4977019"/>
              <a:gd name="csY0" fmla="*/ 0 h 2369390"/>
              <a:gd name="csX1" fmla="*/ 101431 w 4977019"/>
              <a:gd name="csY1" fmla="*/ 78204 h 2369390"/>
              <a:gd name="csX2" fmla="*/ 4701195 w 4977019"/>
              <a:gd name="csY2" fmla="*/ 2294315 h 2369390"/>
              <a:gd name="csX3" fmla="*/ 4977019 w 4977019"/>
              <a:gd name="csY3" fmla="*/ 2369390 h 2369390"/>
              <a:gd name="csX4" fmla="*/ 0 w 4977019"/>
              <a:gd name="csY4" fmla="*/ 2369390 h 2369390"/>
              <a:gd name="csX5" fmla="*/ 0 w 4977019"/>
              <a:gd name="csY5" fmla="*/ 0 h 2369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77019" h="2369390">
                <a:moveTo>
                  <a:pt x="0" y="0"/>
                </a:moveTo>
                <a:lnTo>
                  <a:pt x="101431" y="78204"/>
                </a:lnTo>
                <a:cubicBezTo>
                  <a:pt x="1383447" y="1026104"/>
                  <a:pt x="2947937" y="1786565"/>
                  <a:pt x="4701195" y="2294315"/>
                </a:cubicBezTo>
                <a:lnTo>
                  <a:pt x="4977019" y="2369390"/>
                </a:lnTo>
                <a:lnTo>
                  <a:pt x="0" y="23693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3" name="Freeform: Shape 72" hidden="1">
            <a:extLst>
              <a:ext uri="{FF2B5EF4-FFF2-40B4-BE49-F238E27FC236}">
                <a16:creationId xmlns:a16="http://schemas.microsoft.com/office/drawing/2014/main" id="{FE985ADC-38DE-45BC-854D-FA31C9B548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75496" y="-1"/>
            <a:ext cx="13667496" cy="6705601"/>
          </a:xfrm>
          <a:custGeom>
            <a:avLst/>
            <a:gdLst>
              <a:gd name="csX0" fmla="*/ 0 w 13667496"/>
              <a:gd name="csY0" fmla="*/ 0 h 6705601"/>
              <a:gd name="csX1" fmla="*/ 13667496 w 13667496"/>
              <a:gd name="csY1" fmla="*/ 0 h 6705601"/>
              <a:gd name="csX2" fmla="*/ 13667496 w 13667496"/>
              <a:gd name="csY2" fmla="*/ 6572638 h 6705601"/>
              <a:gd name="csX3" fmla="*/ 13373756 w 13667496"/>
              <a:gd name="csY3" fmla="*/ 6609651 h 6705601"/>
              <a:gd name="csX4" fmla="*/ 11576440 w 13667496"/>
              <a:gd name="csY4" fmla="*/ 6705601 h 6705601"/>
              <a:gd name="csX5" fmla="*/ 14294 w 13667496"/>
              <a:gd name="csY5" fmla="*/ 56476 h 6705601"/>
              <a:gd name="csX6" fmla="*/ 0 w 13667496"/>
              <a:gd name="csY6" fmla="*/ 0 h 6705601"/>
              <a:gd name="csX7" fmla="*/ 931877 w 13667496"/>
              <a:gd name="csY7" fmla="*/ 1 h 6705601"/>
              <a:gd name="csX8" fmla="*/ 945196 w 13667496"/>
              <a:gd name="csY8" fmla="*/ 52626 h 6705601"/>
              <a:gd name="csX9" fmla="*/ 11719011 w 13667496"/>
              <a:gd name="csY9" fmla="*/ 6248400 h 6705601"/>
              <a:gd name="csX10" fmla="*/ 13393782 w 13667496"/>
              <a:gd name="csY10" fmla="*/ 6158992 h 6705601"/>
              <a:gd name="csX11" fmla="*/ 13667494 w 13667496"/>
              <a:gd name="csY11" fmla="*/ 6124503 h 6705601"/>
              <a:gd name="csX12" fmla="*/ 13667494 w 13667496"/>
              <a:gd name="csY12" fmla="*/ 1 h 6705601"/>
              <a:gd name="csX13" fmla="*/ 931877 w 13667496"/>
              <a:gd name="csY13" fmla="*/ 1 h 6705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67496" h="6705601">
                <a:moveTo>
                  <a:pt x="0" y="0"/>
                </a:moveTo>
                <a:lnTo>
                  <a:pt x="13667496" y="0"/>
                </a:lnTo>
                <a:lnTo>
                  <a:pt x="13667496" y="6572638"/>
                </a:lnTo>
                <a:lnTo>
                  <a:pt x="13373756" y="6609651"/>
                </a:lnTo>
                <a:cubicBezTo>
                  <a:pt x="12787723" y="6672833"/>
                  <a:pt x="12187504" y="6705601"/>
                  <a:pt x="11576440" y="6705601"/>
                </a:cubicBezTo>
                <a:cubicBezTo>
                  <a:pt x="5873172" y="6705601"/>
                  <a:pt x="1114779" y="3851124"/>
                  <a:pt x="14294" y="56476"/>
                </a:cubicBezTo>
                <a:lnTo>
                  <a:pt x="0" y="0"/>
                </a:lnTo>
                <a:close/>
                <a:moveTo>
                  <a:pt x="931877" y="1"/>
                </a:moveTo>
                <a:lnTo>
                  <a:pt x="945196" y="52626"/>
                </a:lnTo>
                <a:cubicBezTo>
                  <a:pt x="1970648" y="3588547"/>
                  <a:pt x="6404604" y="6248400"/>
                  <a:pt x="11719011" y="6248400"/>
                </a:cubicBezTo>
                <a:cubicBezTo>
                  <a:pt x="12288411" y="6248400"/>
                  <a:pt x="12847705" y="6217867"/>
                  <a:pt x="13393782" y="6158992"/>
                </a:cubicBezTo>
                <a:lnTo>
                  <a:pt x="13667494" y="6124503"/>
                </a:lnTo>
                <a:lnTo>
                  <a:pt x="13667494" y="1"/>
                </a:lnTo>
                <a:lnTo>
                  <a:pt x="931877" y="1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 hidden="1">
            <a:extLst>
              <a:ext uri="{FF2B5EF4-FFF2-40B4-BE49-F238E27FC236}">
                <a16:creationId xmlns:a16="http://schemas.microsoft.com/office/drawing/2014/main" id="{0A7F7494-0651-B9B0-75C3-2990F13771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67449" y="-3"/>
            <a:ext cx="15259450" cy="7486652"/>
          </a:xfrm>
          <a:custGeom>
            <a:avLst/>
            <a:gdLst>
              <a:gd name="csX0" fmla="*/ 0 w 15259450"/>
              <a:gd name="csY0" fmla="*/ 0 h 7486652"/>
              <a:gd name="csX1" fmla="*/ 15259450 w 15259450"/>
              <a:gd name="csY1" fmla="*/ 0 h 7486652"/>
              <a:gd name="csX2" fmla="*/ 15259450 w 15259450"/>
              <a:gd name="csY2" fmla="*/ 7338202 h 7486652"/>
              <a:gd name="csX3" fmla="*/ 14931496 w 15259450"/>
              <a:gd name="csY3" fmla="*/ 7379526 h 7486652"/>
              <a:gd name="csX4" fmla="*/ 12924834 w 15259450"/>
              <a:gd name="csY4" fmla="*/ 7486652 h 7486652"/>
              <a:gd name="csX5" fmla="*/ 15959 w 15259450"/>
              <a:gd name="csY5" fmla="*/ 63054 h 7486652"/>
              <a:gd name="csX6" fmla="*/ 0 w 15259450"/>
              <a:gd name="csY6" fmla="*/ 0 h 7486652"/>
              <a:gd name="csX7" fmla="*/ 1591953 w 15259450"/>
              <a:gd name="csY7" fmla="*/ 2 h 7486652"/>
              <a:gd name="csX8" fmla="*/ 1606247 w 15259450"/>
              <a:gd name="csY8" fmla="*/ 56478 h 7486652"/>
              <a:gd name="csX9" fmla="*/ 13168393 w 15259450"/>
              <a:gd name="csY9" fmla="*/ 6705603 h 7486652"/>
              <a:gd name="csX10" fmla="*/ 14965709 w 15259450"/>
              <a:gd name="csY10" fmla="*/ 6609653 h 7486652"/>
              <a:gd name="csX11" fmla="*/ 15259449 w 15259450"/>
              <a:gd name="csY11" fmla="*/ 6572640 h 7486652"/>
              <a:gd name="csX12" fmla="*/ 15259449 w 15259450"/>
              <a:gd name="csY12" fmla="*/ 2 h 7486652"/>
              <a:gd name="csX13" fmla="*/ 1591953 w 15259450"/>
              <a:gd name="csY13" fmla="*/ 2 h 748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59450" h="7486652">
                <a:moveTo>
                  <a:pt x="0" y="0"/>
                </a:moveTo>
                <a:lnTo>
                  <a:pt x="15259450" y="0"/>
                </a:lnTo>
                <a:lnTo>
                  <a:pt x="15259450" y="7338202"/>
                </a:lnTo>
                <a:lnTo>
                  <a:pt x="14931496" y="7379526"/>
                </a:lnTo>
                <a:cubicBezTo>
                  <a:pt x="14277203" y="7450068"/>
                  <a:pt x="13607073" y="7486652"/>
                  <a:pt x="12924834" y="7486652"/>
                </a:cubicBezTo>
                <a:cubicBezTo>
                  <a:pt x="6557264" y="7486652"/>
                  <a:pt x="1244626" y="4299693"/>
                  <a:pt x="15959" y="63054"/>
                </a:cubicBezTo>
                <a:lnTo>
                  <a:pt x="0" y="0"/>
                </a:lnTo>
                <a:close/>
                <a:moveTo>
                  <a:pt x="1591953" y="2"/>
                </a:moveTo>
                <a:lnTo>
                  <a:pt x="1606247" y="56478"/>
                </a:lnTo>
                <a:cubicBezTo>
                  <a:pt x="2706732" y="3851126"/>
                  <a:pt x="7465125" y="6705603"/>
                  <a:pt x="13168393" y="6705603"/>
                </a:cubicBezTo>
                <a:cubicBezTo>
                  <a:pt x="13779457" y="6705603"/>
                  <a:pt x="14379676" y="6672835"/>
                  <a:pt x="14965709" y="6609653"/>
                </a:cubicBezTo>
                <a:lnTo>
                  <a:pt x="15259449" y="6572640"/>
                </a:lnTo>
                <a:lnTo>
                  <a:pt x="15259449" y="2"/>
                </a:lnTo>
                <a:lnTo>
                  <a:pt x="1591953" y="2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6DB4F881-0BFC-8616-6A9E-0F1D7661F1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B693D81-359E-C0F0-32B3-FD2E11B28C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FFA537AB-408B-105E-5BB0-9926CF5683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/>
          <p:cNvSpPr txBox="1">
            <a:spLocks/>
          </p:cNvSpPr>
          <p:nvPr/>
        </p:nvSpPr>
        <p:spPr>
          <a:xfrm>
            <a:off x="2080136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What are HTML Forms?</a:t>
            </a:r>
          </a:p>
        </p:txBody>
      </p: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6292E5A8-AAE3-3B69-DE14-5E24DA7DBE13}"/>
              </a:ext>
            </a:extLst>
          </p:cNvPr>
          <p:cNvSpPr txBox="1">
            <a:spLocks/>
          </p:cNvSpPr>
          <p:nvPr/>
        </p:nvSpPr>
        <p:spPr>
          <a:xfrm>
            <a:off x="3962400" y="1968852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27C42"/>
                </a:solidFill>
              </a:rPr>
              <a:t>Used to collect user input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Examples: Login, Signup, Feedback, Search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Backbone of interactive websites</a:t>
            </a:r>
          </a:p>
        </p:txBody>
      </p:sp>
    </p:spTree>
    <p:extLst>
      <p:ext uri="{BB962C8B-B14F-4D97-AF65-F5344CB8AC3E}">
        <p14:creationId xmlns:p14="http://schemas.microsoft.com/office/powerpoint/2010/main" val="1956288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FC3E-49E9-7940-7BF7-78BB4857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92F23DEF-D71A-9AEB-0E26-D53E313B8B60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6F91ACF7-2730-9026-C6DC-9BA24AFA4FF2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96D980D1-63E8-62C9-4A6E-A2601F040E15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C96671A5-1411-2FA0-FF7D-4F10F966C658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116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DCE79-960D-0E42-0B20-5384CC5B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03DA4136-889C-D23E-6957-0996466BA748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84402B08-4371-2E01-4C78-B14F1E5D4B3C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83384326-840F-01BC-7A25-59AEA4658A7D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A6609F19-8A41-9BBC-B14F-0F84ADCB1157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06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C56A-83EB-8C98-5172-66D2ED0A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1DD7D1A-9702-C0BE-B3DB-2530B34C21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5B5769B-E67D-07F4-CCEE-EF4896F563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940062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9F1A0950-8FB8-B065-24F1-1FD25F66B2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EF9FE38C-431A-1AEC-C79E-5C071E43B5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DE340533-D023-555B-7041-BD4D5060CC70}"/>
              </a:ext>
            </a:extLst>
          </p:cNvPr>
          <p:cNvSpPr txBox="1">
            <a:spLocks/>
          </p:cNvSpPr>
          <p:nvPr/>
        </p:nvSpPr>
        <p:spPr>
          <a:xfrm>
            <a:off x="0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Why Forms are Important</a:t>
            </a:r>
          </a:p>
        </p:txBody>
      </p:sp>
      <p:sp>
        <p:nvSpPr>
          <p:cNvPr id="129" name="Content Placeholder 2">
            <a:extLst>
              <a:ext uri="{FF2B5EF4-FFF2-40B4-BE49-F238E27FC236}">
                <a16:creationId xmlns:a16="http://schemas.microsoft.com/office/drawing/2014/main" id="{237AC573-D086-4091-0C1A-CE43A531B815}"/>
              </a:ext>
            </a:extLst>
          </p:cNvPr>
          <p:cNvSpPr txBox="1">
            <a:spLocks/>
          </p:cNvSpPr>
          <p:nvPr/>
        </p:nvSpPr>
        <p:spPr>
          <a:xfrm>
            <a:off x="1699839" y="1968853"/>
            <a:ext cx="7725508" cy="14601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Forms connect users and servers.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They enable communication and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4246775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6890-7BAA-AA1B-6307-F7D23737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715F1ADA-BF89-48CC-D652-64AE22DFEE0C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134435BB-BF81-5763-BE40-F5B536B1B2E2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E2AF394A-44F6-9512-D65D-FD09582D978B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8743E859-19BC-FF6D-695F-D97F49BE1D07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99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CDB9-159E-1FED-03E0-9D39D1F2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EE0765FE-2CFD-4E57-CC0F-3A7912BAF35D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A7EEF9DC-BAFF-7383-CF29-2C04D9CE297D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D361F622-A452-104E-B22B-FC052AA4A01E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A9B1BA61-1550-3F7B-DD40-91E888A443C5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51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53384-2198-C07C-7751-FBE8B8379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F96059B-2C8E-0DFE-0E75-9923BB4FEB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873" y="1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 hidden="1">
            <a:extLst>
              <a:ext uri="{FF2B5EF4-FFF2-40B4-BE49-F238E27FC236}">
                <a16:creationId xmlns:a16="http://schemas.microsoft.com/office/drawing/2014/main" id="{8476AA10-C0BF-44A4-F862-127CFA20AD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3261" y="1"/>
            <a:ext cx="12785260" cy="7197212"/>
          </a:xfrm>
          <a:custGeom>
            <a:avLst/>
            <a:gdLst>
              <a:gd name="csX0" fmla="*/ 0 w 12785260"/>
              <a:gd name="csY0" fmla="*/ 0 h 7197212"/>
              <a:gd name="csX1" fmla="*/ 593259 w 12785260"/>
              <a:gd name="csY1" fmla="*/ 0 h 7197212"/>
              <a:gd name="csX2" fmla="*/ 606010 w 12785260"/>
              <a:gd name="csY2" fmla="*/ 57759 h 7197212"/>
              <a:gd name="csX3" fmla="*/ 10919947 w 12785260"/>
              <a:gd name="csY3" fmla="*/ 6857998 h 7197212"/>
              <a:gd name="csX4" fmla="*/ 12523231 w 12785260"/>
              <a:gd name="csY4" fmla="*/ 6759867 h 7197212"/>
              <a:gd name="csX5" fmla="*/ 12785260 w 12785260"/>
              <a:gd name="csY5" fmla="*/ 6722013 h 7197212"/>
              <a:gd name="csX6" fmla="*/ 12785260 w 12785260"/>
              <a:gd name="csY6" fmla="*/ 7054501 h 7197212"/>
              <a:gd name="csX7" fmla="*/ 12510481 w 12785260"/>
              <a:gd name="csY7" fmla="*/ 7094227 h 7197212"/>
              <a:gd name="csX8" fmla="*/ 10829182 w 12785260"/>
              <a:gd name="csY8" fmla="*/ 7197212 h 7197212"/>
              <a:gd name="csX9" fmla="*/ 13371 w 12785260"/>
              <a:gd name="csY9" fmla="*/ 60616 h 7197212"/>
              <a:gd name="csX10" fmla="*/ 0 w 12785260"/>
              <a:gd name="csY10" fmla="*/ 0 h 719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5260" h="7197212">
                <a:moveTo>
                  <a:pt x="0" y="0"/>
                </a:moveTo>
                <a:lnTo>
                  <a:pt x="593259" y="0"/>
                </a:lnTo>
                <a:lnTo>
                  <a:pt x="606010" y="57759"/>
                </a:lnTo>
                <a:cubicBezTo>
                  <a:pt x="1587690" y="3938648"/>
                  <a:pt x="5832384" y="6857998"/>
                  <a:pt x="10919947" y="6857998"/>
                </a:cubicBezTo>
                <a:cubicBezTo>
                  <a:pt x="11465043" y="6857998"/>
                  <a:pt x="12000464" y="6824486"/>
                  <a:pt x="12523231" y="6759867"/>
                </a:cubicBezTo>
                <a:lnTo>
                  <a:pt x="12785260" y="6722013"/>
                </a:lnTo>
                <a:lnTo>
                  <a:pt x="12785260" y="7054501"/>
                </a:lnTo>
                <a:lnTo>
                  <a:pt x="12510481" y="7094227"/>
                </a:lnTo>
                <a:cubicBezTo>
                  <a:pt x="11962276" y="7162042"/>
                  <a:pt x="11400802" y="7197212"/>
                  <a:pt x="10829182" y="7197212"/>
                </a:cubicBezTo>
                <a:cubicBezTo>
                  <a:pt x="5494060" y="7197212"/>
                  <a:pt x="1042820" y="4133463"/>
                  <a:pt x="13371" y="606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 hidden="1">
            <a:extLst>
              <a:ext uri="{FF2B5EF4-FFF2-40B4-BE49-F238E27FC236}">
                <a16:creationId xmlns:a16="http://schemas.microsoft.com/office/drawing/2014/main" id="{346BFCDE-9A8A-D345-A570-BA5D17EE4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276595" y="1"/>
            <a:ext cx="15468595" cy="7492180"/>
          </a:xfrm>
          <a:custGeom>
            <a:avLst/>
            <a:gdLst>
              <a:gd name="csX0" fmla="*/ 0 w 15468595"/>
              <a:gd name="csY0" fmla="*/ 0 h 7492180"/>
              <a:gd name="csX1" fmla="*/ 2683335 w 15468595"/>
              <a:gd name="csY1" fmla="*/ 0 h 7492180"/>
              <a:gd name="csX2" fmla="*/ 2696706 w 15468595"/>
              <a:gd name="csY2" fmla="*/ 60615 h 7492180"/>
              <a:gd name="csX3" fmla="*/ 13512517 w 15468595"/>
              <a:gd name="csY3" fmla="*/ 7197211 h 7492180"/>
              <a:gd name="csX4" fmla="*/ 15193816 w 15468595"/>
              <a:gd name="csY4" fmla="*/ 7094226 h 7492180"/>
              <a:gd name="csX5" fmla="*/ 15468595 w 15468595"/>
              <a:gd name="csY5" fmla="*/ 7054500 h 7492180"/>
              <a:gd name="csX6" fmla="*/ 15468595 w 15468595"/>
              <a:gd name="csY6" fmla="*/ 7343620 h 7492180"/>
              <a:gd name="csX7" fmla="*/ 15136146 w 15468595"/>
              <a:gd name="csY7" fmla="*/ 7384974 h 7492180"/>
              <a:gd name="csX8" fmla="*/ 13101980 w 15468595"/>
              <a:gd name="csY8" fmla="*/ 7492180 h 7492180"/>
              <a:gd name="csX9" fmla="*/ 16178 w 15468595"/>
              <a:gd name="csY9" fmla="*/ 63100 h 7492180"/>
              <a:gd name="csX10" fmla="*/ 0 w 15468595"/>
              <a:gd name="csY10" fmla="*/ 0 h 7492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68595" h="7492180">
                <a:moveTo>
                  <a:pt x="0" y="0"/>
                </a:moveTo>
                <a:lnTo>
                  <a:pt x="2683335" y="0"/>
                </a:lnTo>
                <a:lnTo>
                  <a:pt x="2696706" y="60615"/>
                </a:lnTo>
                <a:cubicBezTo>
                  <a:pt x="3726155" y="4133462"/>
                  <a:pt x="8177395" y="7197211"/>
                  <a:pt x="13512517" y="7197211"/>
                </a:cubicBezTo>
                <a:cubicBezTo>
                  <a:pt x="14084137" y="7197211"/>
                  <a:pt x="14645611" y="7162041"/>
                  <a:pt x="15193816" y="7094226"/>
                </a:cubicBezTo>
                <a:lnTo>
                  <a:pt x="15468595" y="7054500"/>
                </a:lnTo>
                <a:lnTo>
                  <a:pt x="15468595" y="7343620"/>
                </a:lnTo>
                <a:lnTo>
                  <a:pt x="15136146" y="7384974"/>
                </a:lnTo>
                <a:cubicBezTo>
                  <a:pt x="14472885" y="7455569"/>
                  <a:pt x="13793571" y="7492180"/>
                  <a:pt x="13101980" y="7492180"/>
                </a:cubicBezTo>
                <a:cubicBezTo>
                  <a:pt x="6647137" y="7492180"/>
                  <a:pt x="1261684" y="4302868"/>
                  <a:pt x="16178" y="631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 hidden="1">
            <a:extLst>
              <a:ext uri="{FF2B5EF4-FFF2-40B4-BE49-F238E27FC236}">
                <a16:creationId xmlns:a16="http://schemas.microsoft.com/office/drawing/2014/main" id="{FFF50AC0-5FFF-2E81-108A-3FEF68385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488610"/>
            <a:ext cx="4977019" cy="2369390"/>
          </a:xfrm>
          <a:custGeom>
            <a:avLst/>
            <a:gdLst>
              <a:gd name="csX0" fmla="*/ 0 w 4977019"/>
              <a:gd name="csY0" fmla="*/ 0 h 2369390"/>
              <a:gd name="csX1" fmla="*/ 101431 w 4977019"/>
              <a:gd name="csY1" fmla="*/ 78204 h 2369390"/>
              <a:gd name="csX2" fmla="*/ 4701195 w 4977019"/>
              <a:gd name="csY2" fmla="*/ 2294315 h 2369390"/>
              <a:gd name="csX3" fmla="*/ 4977019 w 4977019"/>
              <a:gd name="csY3" fmla="*/ 2369390 h 2369390"/>
              <a:gd name="csX4" fmla="*/ 0 w 4977019"/>
              <a:gd name="csY4" fmla="*/ 2369390 h 2369390"/>
              <a:gd name="csX5" fmla="*/ 0 w 4977019"/>
              <a:gd name="csY5" fmla="*/ 0 h 2369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77019" h="2369390">
                <a:moveTo>
                  <a:pt x="0" y="0"/>
                </a:moveTo>
                <a:lnTo>
                  <a:pt x="101431" y="78204"/>
                </a:lnTo>
                <a:cubicBezTo>
                  <a:pt x="1383447" y="1026104"/>
                  <a:pt x="2947937" y="1786565"/>
                  <a:pt x="4701195" y="2294315"/>
                </a:cubicBezTo>
                <a:lnTo>
                  <a:pt x="4977019" y="2369390"/>
                </a:lnTo>
                <a:lnTo>
                  <a:pt x="0" y="23693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3" name="Freeform: Shape 72" hidden="1">
            <a:extLst>
              <a:ext uri="{FF2B5EF4-FFF2-40B4-BE49-F238E27FC236}">
                <a16:creationId xmlns:a16="http://schemas.microsoft.com/office/drawing/2014/main" id="{DE034037-6783-3884-21CF-0F3C93E17A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75496" y="-1"/>
            <a:ext cx="13667496" cy="6705601"/>
          </a:xfrm>
          <a:custGeom>
            <a:avLst/>
            <a:gdLst>
              <a:gd name="csX0" fmla="*/ 0 w 13667496"/>
              <a:gd name="csY0" fmla="*/ 0 h 6705601"/>
              <a:gd name="csX1" fmla="*/ 13667496 w 13667496"/>
              <a:gd name="csY1" fmla="*/ 0 h 6705601"/>
              <a:gd name="csX2" fmla="*/ 13667496 w 13667496"/>
              <a:gd name="csY2" fmla="*/ 6572638 h 6705601"/>
              <a:gd name="csX3" fmla="*/ 13373756 w 13667496"/>
              <a:gd name="csY3" fmla="*/ 6609651 h 6705601"/>
              <a:gd name="csX4" fmla="*/ 11576440 w 13667496"/>
              <a:gd name="csY4" fmla="*/ 6705601 h 6705601"/>
              <a:gd name="csX5" fmla="*/ 14294 w 13667496"/>
              <a:gd name="csY5" fmla="*/ 56476 h 6705601"/>
              <a:gd name="csX6" fmla="*/ 0 w 13667496"/>
              <a:gd name="csY6" fmla="*/ 0 h 6705601"/>
              <a:gd name="csX7" fmla="*/ 931877 w 13667496"/>
              <a:gd name="csY7" fmla="*/ 1 h 6705601"/>
              <a:gd name="csX8" fmla="*/ 945196 w 13667496"/>
              <a:gd name="csY8" fmla="*/ 52626 h 6705601"/>
              <a:gd name="csX9" fmla="*/ 11719011 w 13667496"/>
              <a:gd name="csY9" fmla="*/ 6248400 h 6705601"/>
              <a:gd name="csX10" fmla="*/ 13393782 w 13667496"/>
              <a:gd name="csY10" fmla="*/ 6158992 h 6705601"/>
              <a:gd name="csX11" fmla="*/ 13667494 w 13667496"/>
              <a:gd name="csY11" fmla="*/ 6124503 h 6705601"/>
              <a:gd name="csX12" fmla="*/ 13667494 w 13667496"/>
              <a:gd name="csY12" fmla="*/ 1 h 6705601"/>
              <a:gd name="csX13" fmla="*/ 931877 w 13667496"/>
              <a:gd name="csY13" fmla="*/ 1 h 6705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67496" h="6705601">
                <a:moveTo>
                  <a:pt x="0" y="0"/>
                </a:moveTo>
                <a:lnTo>
                  <a:pt x="13667496" y="0"/>
                </a:lnTo>
                <a:lnTo>
                  <a:pt x="13667496" y="6572638"/>
                </a:lnTo>
                <a:lnTo>
                  <a:pt x="13373756" y="6609651"/>
                </a:lnTo>
                <a:cubicBezTo>
                  <a:pt x="12787723" y="6672833"/>
                  <a:pt x="12187504" y="6705601"/>
                  <a:pt x="11576440" y="6705601"/>
                </a:cubicBezTo>
                <a:cubicBezTo>
                  <a:pt x="5873172" y="6705601"/>
                  <a:pt x="1114779" y="3851124"/>
                  <a:pt x="14294" y="56476"/>
                </a:cubicBezTo>
                <a:lnTo>
                  <a:pt x="0" y="0"/>
                </a:lnTo>
                <a:close/>
                <a:moveTo>
                  <a:pt x="931877" y="1"/>
                </a:moveTo>
                <a:lnTo>
                  <a:pt x="945196" y="52626"/>
                </a:lnTo>
                <a:cubicBezTo>
                  <a:pt x="1970648" y="3588547"/>
                  <a:pt x="6404604" y="6248400"/>
                  <a:pt x="11719011" y="6248400"/>
                </a:cubicBezTo>
                <a:cubicBezTo>
                  <a:pt x="12288411" y="6248400"/>
                  <a:pt x="12847705" y="6217867"/>
                  <a:pt x="13393782" y="6158992"/>
                </a:cubicBezTo>
                <a:lnTo>
                  <a:pt x="13667494" y="6124503"/>
                </a:lnTo>
                <a:lnTo>
                  <a:pt x="13667494" y="1"/>
                </a:lnTo>
                <a:lnTo>
                  <a:pt x="931877" y="1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 hidden="1">
            <a:extLst>
              <a:ext uri="{FF2B5EF4-FFF2-40B4-BE49-F238E27FC236}">
                <a16:creationId xmlns:a16="http://schemas.microsoft.com/office/drawing/2014/main" id="{FF960842-1896-6A1D-1376-68E884399A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67449" y="-3"/>
            <a:ext cx="15259450" cy="7486652"/>
          </a:xfrm>
          <a:custGeom>
            <a:avLst/>
            <a:gdLst>
              <a:gd name="csX0" fmla="*/ 0 w 15259450"/>
              <a:gd name="csY0" fmla="*/ 0 h 7486652"/>
              <a:gd name="csX1" fmla="*/ 15259450 w 15259450"/>
              <a:gd name="csY1" fmla="*/ 0 h 7486652"/>
              <a:gd name="csX2" fmla="*/ 15259450 w 15259450"/>
              <a:gd name="csY2" fmla="*/ 7338202 h 7486652"/>
              <a:gd name="csX3" fmla="*/ 14931496 w 15259450"/>
              <a:gd name="csY3" fmla="*/ 7379526 h 7486652"/>
              <a:gd name="csX4" fmla="*/ 12924834 w 15259450"/>
              <a:gd name="csY4" fmla="*/ 7486652 h 7486652"/>
              <a:gd name="csX5" fmla="*/ 15959 w 15259450"/>
              <a:gd name="csY5" fmla="*/ 63054 h 7486652"/>
              <a:gd name="csX6" fmla="*/ 0 w 15259450"/>
              <a:gd name="csY6" fmla="*/ 0 h 7486652"/>
              <a:gd name="csX7" fmla="*/ 1591953 w 15259450"/>
              <a:gd name="csY7" fmla="*/ 2 h 7486652"/>
              <a:gd name="csX8" fmla="*/ 1606247 w 15259450"/>
              <a:gd name="csY8" fmla="*/ 56478 h 7486652"/>
              <a:gd name="csX9" fmla="*/ 13168393 w 15259450"/>
              <a:gd name="csY9" fmla="*/ 6705603 h 7486652"/>
              <a:gd name="csX10" fmla="*/ 14965709 w 15259450"/>
              <a:gd name="csY10" fmla="*/ 6609653 h 7486652"/>
              <a:gd name="csX11" fmla="*/ 15259449 w 15259450"/>
              <a:gd name="csY11" fmla="*/ 6572640 h 7486652"/>
              <a:gd name="csX12" fmla="*/ 15259449 w 15259450"/>
              <a:gd name="csY12" fmla="*/ 2 h 7486652"/>
              <a:gd name="csX13" fmla="*/ 1591953 w 15259450"/>
              <a:gd name="csY13" fmla="*/ 2 h 748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59450" h="7486652">
                <a:moveTo>
                  <a:pt x="0" y="0"/>
                </a:moveTo>
                <a:lnTo>
                  <a:pt x="15259450" y="0"/>
                </a:lnTo>
                <a:lnTo>
                  <a:pt x="15259450" y="7338202"/>
                </a:lnTo>
                <a:lnTo>
                  <a:pt x="14931496" y="7379526"/>
                </a:lnTo>
                <a:cubicBezTo>
                  <a:pt x="14277203" y="7450068"/>
                  <a:pt x="13607073" y="7486652"/>
                  <a:pt x="12924834" y="7486652"/>
                </a:cubicBezTo>
                <a:cubicBezTo>
                  <a:pt x="6557264" y="7486652"/>
                  <a:pt x="1244626" y="4299693"/>
                  <a:pt x="15959" y="63054"/>
                </a:cubicBezTo>
                <a:lnTo>
                  <a:pt x="0" y="0"/>
                </a:lnTo>
                <a:close/>
                <a:moveTo>
                  <a:pt x="1591953" y="2"/>
                </a:moveTo>
                <a:lnTo>
                  <a:pt x="1606247" y="56478"/>
                </a:lnTo>
                <a:cubicBezTo>
                  <a:pt x="2706732" y="3851126"/>
                  <a:pt x="7465125" y="6705603"/>
                  <a:pt x="13168393" y="6705603"/>
                </a:cubicBezTo>
                <a:cubicBezTo>
                  <a:pt x="13779457" y="6705603"/>
                  <a:pt x="14379676" y="6672835"/>
                  <a:pt x="14965709" y="6609653"/>
                </a:cubicBezTo>
                <a:lnTo>
                  <a:pt x="15259449" y="6572640"/>
                </a:lnTo>
                <a:lnTo>
                  <a:pt x="15259449" y="2"/>
                </a:lnTo>
                <a:lnTo>
                  <a:pt x="1591953" y="2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56D814D-A2FC-232F-A074-41BC94EF3D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FED65EE0-6932-1D51-1B5C-00B0B10B04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672E19C2-58C6-7836-2E68-2745BDA866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67CCD38B-EFA3-B45F-D37B-A1D7658ACB67}"/>
              </a:ext>
            </a:extLst>
          </p:cNvPr>
          <p:cNvSpPr txBox="1">
            <a:spLocks/>
          </p:cNvSpPr>
          <p:nvPr/>
        </p:nvSpPr>
        <p:spPr>
          <a:xfrm>
            <a:off x="2080136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&lt;form&gt; Tag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8684C-58B8-F473-0618-D2B54ED27479}"/>
              </a:ext>
            </a:extLst>
          </p:cNvPr>
          <p:cNvSpPr txBox="1">
            <a:spLocks/>
          </p:cNvSpPr>
          <p:nvPr/>
        </p:nvSpPr>
        <p:spPr>
          <a:xfrm>
            <a:off x="3969772" y="195964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Acts as a container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Holds all input elements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Controls how data is sent</a:t>
            </a:r>
          </a:p>
        </p:txBody>
      </p:sp>
    </p:spTree>
    <p:extLst>
      <p:ext uri="{BB962C8B-B14F-4D97-AF65-F5344CB8AC3E}">
        <p14:creationId xmlns:p14="http://schemas.microsoft.com/office/powerpoint/2010/main" val="3022512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F7CD-BEA9-91E0-4CA2-D500A45AF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B6294D3-C569-D366-3127-E5556699F2FB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3A273729-E741-BF3C-7EC7-CC406D37DF5E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686E6D45-8630-2875-33FA-3127780494BD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AB216B0B-3012-AAE0-51FB-B2E1B8FD1577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0154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DF52-0545-7684-7765-26E13C2E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C2FA4A4A-954A-205B-BD56-19E89283D96B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CA7F06BE-E606-9654-13E6-112020E1F90C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64A33C2D-A61A-834C-87E4-D7B995AB6D02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E5398D1C-DD2A-0A2F-1D76-FC7FAFAD454C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45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A69F-9D07-8261-2A8C-CFD78BF5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FE5B0BB-6685-37B0-470B-68C750F6F8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E7C2A3B1-528E-C771-8C40-E1B6312BC6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940062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47AB8AA2-33BA-CF70-7617-E2AF7C5A69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CBCF88AE-790D-0D53-1085-78E12B2556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8EE7E168-49D7-91C4-CF20-8C6326B5740E}"/>
              </a:ext>
            </a:extLst>
          </p:cNvPr>
          <p:cNvSpPr txBox="1">
            <a:spLocks/>
          </p:cNvSpPr>
          <p:nvPr/>
        </p:nvSpPr>
        <p:spPr>
          <a:xfrm>
            <a:off x="-3" y="1020891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Basic Form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C060D-C1AD-F8AB-CF60-9089A68CAE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02" y="1939131"/>
            <a:ext cx="6742189" cy="241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70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059B-9747-961A-F12F-D2CE0CA7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56A9F3D8-7D03-B412-3D38-6BD647A6767B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41840F25-98C5-E853-9D5F-A1A09B1D6153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994B93C6-53DB-A3E1-85BC-0A941F2B66B8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E6AD6474-9CBE-B7CC-A85A-5D189B89CDF1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328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ACDB-CA86-01A9-9537-A099AFE9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CA7B7516-0BFB-302F-5B8D-3899C5D55B92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93D19CEA-5856-6454-738F-FB69FEA816DE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1C7D6895-5D25-E6AF-A4EF-1ACF46DB0E45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01543A34-DC2F-C99A-3749-F7884778274B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3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2127-FD5B-4441-B956-60E7CE93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70C4F6-5A1A-686A-AA8D-23972EE3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873" y="1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 hidden="1">
            <a:extLst>
              <a:ext uri="{FF2B5EF4-FFF2-40B4-BE49-F238E27FC236}">
                <a16:creationId xmlns:a16="http://schemas.microsoft.com/office/drawing/2014/main" id="{54BDFD0E-BB53-A27C-2F80-CBA61F5709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3261" y="1"/>
            <a:ext cx="12785260" cy="7197212"/>
          </a:xfrm>
          <a:custGeom>
            <a:avLst/>
            <a:gdLst>
              <a:gd name="csX0" fmla="*/ 0 w 12785260"/>
              <a:gd name="csY0" fmla="*/ 0 h 7197212"/>
              <a:gd name="csX1" fmla="*/ 593259 w 12785260"/>
              <a:gd name="csY1" fmla="*/ 0 h 7197212"/>
              <a:gd name="csX2" fmla="*/ 606010 w 12785260"/>
              <a:gd name="csY2" fmla="*/ 57759 h 7197212"/>
              <a:gd name="csX3" fmla="*/ 10919947 w 12785260"/>
              <a:gd name="csY3" fmla="*/ 6857998 h 7197212"/>
              <a:gd name="csX4" fmla="*/ 12523231 w 12785260"/>
              <a:gd name="csY4" fmla="*/ 6759867 h 7197212"/>
              <a:gd name="csX5" fmla="*/ 12785260 w 12785260"/>
              <a:gd name="csY5" fmla="*/ 6722013 h 7197212"/>
              <a:gd name="csX6" fmla="*/ 12785260 w 12785260"/>
              <a:gd name="csY6" fmla="*/ 7054501 h 7197212"/>
              <a:gd name="csX7" fmla="*/ 12510481 w 12785260"/>
              <a:gd name="csY7" fmla="*/ 7094227 h 7197212"/>
              <a:gd name="csX8" fmla="*/ 10829182 w 12785260"/>
              <a:gd name="csY8" fmla="*/ 7197212 h 7197212"/>
              <a:gd name="csX9" fmla="*/ 13371 w 12785260"/>
              <a:gd name="csY9" fmla="*/ 60616 h 7197212"/>
              <a:gd name="csX10" fmla="*/ 0 w 12785260"/>
              <a:gd name="csY10" fmla="*/ 0 h 719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5260" h="7197212">
                <a:moveTo>
                  <a:pt x="0" y="0"/>
                </a:moveTo>
                <a:lnTo>
                  <a:pt x="593259" y="0"/>
                </a:lnTo>
                <a:lnTo>
                  <a:pt x="606010" y="57759"/>
                </a:lnTo>
                <a:cubicBezTo>
                  <a:pt x="1587690" y="3938648"/>
                  <a:pt x="5832384" y="6857998"/>
                  <a:pt x="10919947" y="6857998"/>
                </a:cubicBezTo>
                <a:cubicBezTo>
                  <a:pt x="11465043" y="6857998"/>
                  <a:pt x="12000464" y="6824486"/>
                  <a:pt x="12523231" y="6759867"/>
                </a:cubicBezTo>
                <a:lnTo>
                  <a:pt x="12785260" y="6722013"/>
                </a:lnTo>
                <a:lnTo>
                  <a:pt x="12785260" y="7054501"/>
                </a:lnTo>
                <a:lnTo>
                  <a:pt x="12510481" y="7094227"/>
                </a:lnTo>
                <a:cubicBezTo>
                  <a:pt x="11962276" y="7162042"/>
                  <a:pt x="11400802" y="7197212"/>
                  <a:pt x="10829182" y="7197212"/>
                </a:cubicBezTo>
                <a:cubicBezTo>
                  <a:pt x="5494060" y="7197212"/>
                  <a:pt x="1042820" y="4133463"/>
                  <a:pt x="13371" y="606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 hidden="1">
            <a:extLst>
              <a:ext uri="{FF2B5EF4-FFF2-40B4-BE49-F238E27FC236}">
                <a16:creationId xmlns:a16="http://schemas.microsoft.com/office/drawing/2014/main" id="{08CB8F9C-5A9C-4D18-E2CA-F9474EA1A8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276595" y="1"/>
            <a:ext cx="15468595" cy="7492180"/>
          </a:xfrm>
          <a:custGeom>
            <a:avLst/>
            <a:gdLst>
              <a:gd name="csX0" fmla="*/ 0 w 15468595"/>
              <a:gd name="csY0" fmla="*/ 0 h 7492180"/>
              <a:gd name="csX1" fmla="*/ 2683335 w 15468595"/>
              <a:gd name="csY1" fmla="*/ 0 h 7492180"/>
              <a:gd name="csX2" fmla="*/ 2696706 w 15468595"/>
              <a:gd name="csY2" fmla="*/ 60615 h 7492180"/>
              <a:gd name="csX3" fmla="*/ 13512517 w 15468595"/>
              <a:gd name="csY3" fmla="*/ 7197211 h 7492180"/>
              <a:gd name="csX4" fmla="*/ 15193816 w 15468595"/>
              <a:gd name="csY4" fmla="*/ 7094226 h 7492180"/>
              <a:gd name="csX5" fmla="*/ 15468595 w 15468595"/>
              <a:gd name="csY5" fmla="*/ 7054500 h 7492180"/>
              <a:gd name="csX6" fmla="*/ 15468595 w 15468595"/>
              <a:gd name="csY6" fmla="*/ 7343620 h 7492180"/>
              <a:gd name="csX7" fmla="*/ 15136146 w 15468595"/>
              <a:gd name="csY7" fmla="*/ 7384974 h 7492180"/>
              <a:gd name="csX8" fmla="*/ 13101980 w 15468595"/>
              <a:gd name="csY8" fmla="*/ 7492180 h 7492180"/>
              <a:gd name="csX9" fmla="*/ 16178 w 15468595"/>
              <a:gd name="csY9" fmla="*/ 63100 h 7492180"/>
              <a:gd name="csX10" fmla="*/ 0 w 15468595"/>
              <a:gd name="csY10" fmla="*/ 0 h 7492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68595" h="7492180">
                <a:moveTo>
                  <a:pt x="0" y="0"/>
                </a:moveTo>
                <a:lnTo>
                  <a:pt x="2683335" y="0"/>
                </a:lnTo>
                <a:lnTo>
                  <a:pt x="2696706" y="60615"/>
                </a:lnTo>
                <a:cubicBezTo>
                  <a:pt x="3726155" y="4133462"/>
                  <a:pt x="8177395" y="7197211"/>
                  <a:pt x="13512517" y="7197211"/>
                </a:cubicBezTo>
                <a:cubicBezTo>
                  <a:pt x="14084137" y="7197211"/>
                  <a:pt x="14645611" y="7162041"/>
                  <a:pt x="15193816" y="7094226"/>
                </a:cubicBezTo>
                <a:lnTo>
                  <a:pt x="15468595" y="7054500"/>
                </a:lnTo>
                <a:lnTo>
                  <a:pt x="15468595" y="7343620"/>
                </a:lnTo>
                <a:lnTo>
                  <a:pt x="15136146" y="7384974"/>
                </a:lnTo>
                <a:cubicBezTo>
                  <a:pt x="14472885" y="7455569"/>
                  <a:pt x="13793571" y="7492180"/>
                  <a:pt x="13101980" y="7492180"/>
                </a:cubicBezTo>
                <a:cubicBezTo>
                  <a:pt x="6647137" y="7492180"/>
                  <a:pt x="1261684" y="4302868"/>
                  <a:pt x="16178" y="631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 hidden="1">
            <a:extLst>
              <a:ext uri="{FF2B5EF4-FFF2-40B4-BE49-F238E27FC236}">
                <a16:creationId xmlns:a16="http://schemas.microsoft.com/office/drawing/2014/main" id="{BE75B1C5-B9BD-4087-9314-43C0D344BA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488610"/>
            <a:ext cx="4977019" cy="2369390"/>
          </a:xfrm>
          <a:custGeom>
            <a:avLst/>
            <a:gdLst>
              <a:gd name="csX0" fmla="*/ 0 w 4977019"/>
              <a:gd name="csY0" fmla="*/ 0 h 2369390"/>
              <a:gd name="csX1" fmla="*/ 101431 w 4977019"/>
              <a:gd name="csY1" fmla="*/ 78204 h 2369390"/>
              <a:gd name="csX2" fmla="*/ 4701195 w 4977019"/>
              <a:gd name="csY2" fmla="*/ 2294315 h 2369390"/>
              <a:gd name="csX3" fmla="*/ 4977019 w 4977019"/>
              <a:gd name="csY3" fmla="*/ 2369390 h 2369390"/>
              <a:gd name="csX4" fmla="*/ 0 w 4977019"/>
              <a:gd name="csY4" fmla="*/ 2369390 h 2369390"/>
              <a:gd name="csX5" fmla="*/ 0 w 4977019"/>
              <a:gd name="csY5" fmla="*/ 0 h 2369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77019" h="2369390">
                <a:moveTo>
                  <a:pt x="0" y="0"/>
                </a:moveTo>
                <a:lnTo>
                  <a:pt x="101431" y="78204"/>
                </a:lnTo>
                <a:cubicBezTo>
                  <a:pt x="1383447" y="1026104"/>
                  <a:pt x="2947937" y="1786565"/>
                  <a:pt x="4701195" y="2294315"/>
                </a:cubicBezTo>
                <a:lnTo>
                  <a:pt x="4977019" y="2369390"/>
                </a:lnTo>
                <a:lnTo>
                  <a:pt x="0" y="23693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3" name="Freeform: Shape 72" hidden="1">
            <a:extLst>
              <a:ext uri="{FF2B5EF4-FFF2-40B4-BE49-F238E27FC236}">
                <a16:creationId xmlns:a16="http://schemas.microsoft.com/office/drawing/2014/main" id="{4751B2C2-1C31-5425-D5B4-9963762BC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75496" y="-1"/>
            <a:ext cx="13667496" cy="6705601"/>
          </a:xfrm>
          <a:custGeom>
            <a:avLst/>
            <a:gdLst>
              <a:gd name="csX0" fmla="*/ 0 w 13667496"/>
              <a:gd name="csY0" fmla="*/ 0 h 6705601"/>
              <a:gd name="csX1" fmla="*/ 13667496 w 13667496"/>
              <a:gd name="csY1" fmla="*/ 0 h 6705601"/>
              <a:gd name="csX2" fmla="*/ 13667496 w 13667496"/>
              <a:gd name="csY2" fmla="*/ 6572638 h 6705601"/>
              <a:gd name="csX3" fmla="*/ 13373756 w 13667496"/>
              <a:gd name="csY3" fmla="*/ 6609651 h 6705601"/>
              <a:gd name="csX4" fmla="*/ 11576440 w 13667496"/>
              <a:gd name="csY4" fmla="*/ 6705601 h 6705601"/>
              <a:gd name="csX5" fmla="*/ 14294 w 13667496"/>
              <a:gd name="csY5" fmla="*/ 56476 h 6705601"/>
              <a:gd name="csX6" fmla="*/ 0 w 13667496"/>
              <a:gd name="csY6" fmla="*/ 0 h 6705601"/>
              <a:gd name="csX7" fmla="*/ 931877 w 13667496"/>
              <a:gd name="csY7" fmla="*/ 1 h 6705601"/>
              <a:gd name="csX8" fmla="*/ 945196 w 13667496"/>
              <a:gd name="csY8" fmla="*/ 52626 h 6705601"/>
              <a:gd name="csX9" fmla="*/ 11719011 w 13667496"/>
              <a:gd name="csY9" fmla="*/ 6248400 h 6705601"/>
              <a:gd name="csX10" fmla="*/ 13393782 w 13667496"/>
              <a:gd name="csY10" fmla="*/ 6158992 h 6705601"/>
              <a:gd name="csX11" fmla="*/ 13667494 w 13667496"/>
              <a:gd name="csY11" fmla="*/ 6124503 h 6705601"/>
              <a:gd name="csX12" fmla="*/ 13667494 w 13667496"/>
              <a:gd name="csY12" fmla="*/ 1 h 6705601"/>
              <a:gd name="csX13" fmla="*/ 931877 w 13667496"/>
              <a:gd name="csY13" fmla="*/ 1 h 6705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67496" h="6705601">
                <a:moveTo>
                  <a:pt x="0" y="0"/>
                </a:moveTo>
                <a:lnTo>
                  <a:pt x="13667496" y="0"/>
                </a:lnTo>
                <a:lnTo>
                  <a:pt x="13667496" y="6572638"/>
                </a:lnTo>
                <a:lnTo>
                  <a:pt x="13373756" y="6609651"/>
                </a:lnTo>
                <a:cubicBezTo>
                  <a:pt x="12787723" y="6672833"/>
                  <a:pt x="12187504" y="6705601"/>
                  <a:pt x="11576440" y="6705601"/>
                </a:cubicBezTo>
                <a:cubicBezTo>
                  <a:pt x="5873172" y="6705601"/>
                  <a:pt x="1114779" y="3851124"/>
                  <a:pt x="14294" y="56476"/>
                </a:cubicBezTo>
                <a:lnTo>
                  <a:pt x="0" y="0"/>
                </a:lnTo>
                <a:close/>
                <a:moveTo>
                  <a:pt x="931877" y="1"/>
                </a:moveTo>
                <a:lnTo>
                  <a:pt x="945196" y="52626"/>
                </a:lnTo>
                <a:cubicBezTo>
                  <a:pt x="1970648" y="3588547"/>
                  <a:pt x="6404604" y="6248400"/>
                  <a:pt x="11719011" y="6248400"/>
                </a:cubicBezTo>
                <a:cubicBezTo>
                  <a:pt x="12288411" y="6248400"/>
                  <a:pt x="12847705" y="6217867"/>
                  <a:pt x="13393782" y="6158992"/>
                </a:cubicBezTo>
                <a:lnTo>
                  <a:pt x="13667494" y="6124503"/>
                </a:lnTo>
                <a:lnTo>
                  <a:pt x="13667494" y="1"/>
                </a:lnTo>
                <a:lnTo>
                  <a:pt x="931877" y="1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 hidden="1">
            <a:extLst>
              <a:ext uri="{FF2B5EF4-FFF2-40B4-BE49-F238E27FC236}">
                <a16:creationId xmlns:a16="http://schemas.microsoft.com/office/drawing/2014/main" id="{7EB797A5-AC05-0E59-C81D-724FC12019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67449" y="-3"/>
            <a:ext cx="15259450" cy="7486652"/>
          </a:xfrm>
          <a:custGeom>
            <a:avLst/>
            <a:gdLst>
              <a:gd name="csX0" fmla="*/ 0 w 15259450"/>
              <a:gd name="csY0" fmla="*/ 0 h 7486652"/>
              <a:gd name="csX1" fmla="*/ 15259450 w 15259450"/>
              <a:gd name="csY1" fmla="*/ 0 h 7486652"/>
              <a:gd name="csX2" fmla="*/ 15259450 w 15259450"/>
              <a:gd name="csY2" fmla="*/ 7338202 h 7486652"/>
              <a:gd name="csX3" fmla="*/ 14931496 w 15259450"/>
              <a:gd name="csY3" fmla="*/ 7379526 h 7486652"/>
              <a:gd name="csX4" fmla="*/ 12924834 w 15259450"/>
              <a:gd name="csY4" fmla="*/ 7486652 h 7486652"/>
              <a:gd name="csX5" fmla="*/ 15959 w 15259450"/>
              <a:gd name="csY5" fmla="*/ 63054 h 7486652"/>
              <a:gd name="csX6" fmla="*/ 0 w 15259450"/>
              <a:gd name="csY6" fmla="*/ 0 h 7486652"/>
              <a:gd name="csX7" fmla="*/ 1591953 w 15259450"/>
              <a:gd name="csY7" fmla="*/ 2 h 7486652"/>
              <a:gd name="csX8" fmla="*/ 1606247 w 15259450"/>
              <a:gd name="csY8" fmla="*/ 56478 h 7486652"/>
              <a:gd name="csX9" fmla="*/ 13168393 w 15259450"/>
              <a:gd name="csY9" fmla="*/ 6705603 h 7486652"/>
              <a:gd name="csX10" fmla="*/ 14965709 w 15259450"/>
              <a:gd name="csY10" fmla="*/ 6609653 h 7486652"/>
              <a:gd name="csX11" fmla="*/ 15259449 w 15259450"/>
              <a:gd name="csY11" fmla="*/ 6572640 h 7486652"/>
              <a:gd name="csX12" fmla="*/ 15259449 w 15259450"/>
              <a:gd name="csY12" fmla="*/ 2 h 7486652"/>
              <a:gd name="csX13" fmla="*/ 1591953 w 15259450"/>
              <a:gd name="csY13" fmla="*/ 2 h 748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59450" h="7486652">
                <a:moveTo>
                  <a:pt x="0" y="0"/>
                </a:moveTo>
                <a:lnTo>
                  <a:pt x="15259450" y="0"/>
                </a:lnTo>
                <a:lnTo>
                  <a:pt x="15259450" y="7338202"/>
                </a:lnTo>
                <a:lnTo>
                  <a:pt x="14931496" y="7379526"/>
                </a:lnTo>
                <a:cubicBezTo>
                  <a:pt x="14277203" y="7450068"/>
                  <a:pt x="13607073" y="7486652"/>
                  <a:pt x="12924834" y="7486652"/>
                </a:cubicBezTo>
                <a:cubicBezTo>
                  <a:pt x="6557264" y="7486652"/>
                  <a:pt x="1244626" y="4299693"/>
                  <a:pt x="15959" y="63054"/>
                </a:cubicBezTo>
                <a:lnTo>
                  <a:pt x="0" y="0"/>
                </a:lnTo>
                <a:close/>
                <a:moveTo>
                  <a:pt x="1591953" y="2"/>
                </a:moveTo>
                <a:lnTo>
                  <a:pt x="1606247" y="56478"/>
                </a:lnTo>
                <a:cubicBezTo>
                  <a:pt x="2706732" y="3851126"/>
                  <a:pt x="7465125" y="6705603"/>
                  <a:pt x="13168393" y="6705603"/>
                </a:cubicBezTo>
                <a:cubicBezTo>
                  <a:pt x="13779457" y="6705603"/>
                  <a:pt x="14379676" y="6672835"/>
                  <a:pt x="14965709" y="6609653"/>
                </a:cubicBezTo>
                <a:lnTo>
                  <a:pt x="15259449" y="6572640"/>
                </a:lnTo>
                <a:lnTo>
                  <a:pt x="15259449" y="2"/>
                </a:lnTo>
                <a:lnTo>
                  <a:pt x="1591953" y="2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7059D015-64F8-5551-9658-45BB7B74ED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6C2A23F-3E6D-B53B-783F-CF53AEBCDE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56980421-3F42-F107-86B6-55E94AA05F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8395CE04-460B-08F8-B23D-FBFEC56CA86A}"/>
              </a:ext>
            </a:extLst>
          </p:cNvPr>
          <p:cNvSpPr txBox="1">
            <a:spLocks/>
          </p:cNvSpPr>
          <p:nvPr/>
        </p:nvSpPr>
        <p:spPr>
          <a:xfrm>
            <a:off x="2080136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Form Methods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F321D9-A73C-7771-2E1F-B18FDF38519F}"/>
              </a:ext>
            </a:extLst>
          </p:cNvPr>
          <p:cNvSpPr txBox="1">
            <a:spLocks/>
          </p:cNvSpPr>
          <p:nvPr/>
        </p:nvSpPr>
        <p:spPr>
          <a:xfrm>
            <a:off x="3969772" y="195964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GET – Data visible in URL</a:t>
            </a:r>
          </a:p>
          <a:p>
            <a:pPr marL="0" indent="0">
              <a:buNone/>
            </a:pPr>
            <a:endParaRPr lang="en-US" dirty="0">
              <a:solidFill>
                <a:srgbClr val="D27C42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POST – Secure and hidden data</a:t>
            </a:r>
          </a:p>
        </p:txBody>
      </p:sp>
    </p:spTree>
    <p:extLst>
      <p:ext uri="{BB962C8B-B14F-4D97-AF65-F5344CB8AC3E}">
        <p14:creationId xmlns:p14="http://schemas.microsoft.com/office/powerpoint/2010/main" val="1730102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3B0-9A84-EBD9-93FD-1E6FF633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95384D46-2A71-9EAC-974C-622766182BF6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8B10BD97-DCC3-0063-CBE4-D0B81DDA6195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F6328264-E4AB-0BF4-201C-44F12B83D9CE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12B95C6C-1355-FEF5-B4B0-2ECACD5F4D65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76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2915-42E5-F3FB-C28D-4AE7ECC6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F5138CED-08DF-46F4-C347-4E398EB14D25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23AB97E2-1A43-E4D4-A57D-288DBAB9C80D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75AA82EB-5B2F-DBC9-152F-746CFB9E850B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9BBD7213-55BF-D255-4C83-9DE429759B1C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32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5252-EE17-2942-10F3-52B0FAFDC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9B71F0-CAD8-4140-CD6B-484D20DA9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CC9712C-EC07-9EC5-6168-D822E0DBB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940062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866F9608-F602-F4A7-7950-77675C8A24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0626A31D-3BB4-93F9-E520-7A440DBD6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5FC14D83-B678-01E4-3B6E-601AEC477BA5}"/>
              </a:ext>
            </a:extLst>
          </p:cNvPr>
          <p:cNvSpPr txBox="1">
            <a:spLocks/>
          </p:cNvSpPr>
          <p:nvPr/>
        </p:nvSpPr>
        <p:spPr>
          <a:xfrm>
            <a:off x="-3" y="1020891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Important Attributes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8760E93-C6C3-845F-354F-D93D3DAA539D}"/>
              </a:ext>
            </a:extLst>
          </p:cNvPr>
          <p:cNvSpPr txBox="1">
            <a:spLocks/>
          </p:cNvSpPr>
          <p:nvPr/>
        </p:nvSpPr>
        <p:spPr>
          <a:xfrm>
            <a:off x="1882263" y="1869086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27C42"/>
                </a:solidFill>
              </a:rPr>
              <a:t>action – where data goes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method – get or post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id &amp; name – identification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autocomplete &amp; </a:t>
            </a:r>
            <a:r>
              <a:rPr lang="en-US" dirty="0" err="1">
                <a:solidFill>
                  <a:srgbClr val="00B050"/>
                </a:solidFill>
              </a:rPr>
              <a:t>enctype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6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9D4E-5DD4-6A88-C365-633535FF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1D9D6081-27B3-289C-F637-2BE1C1110024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FB9FAA28-8F16-0216-EC2A-9A9A8241C890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F7D0FCF5-9E16-A7E5-E22A-1BE77AEC1CE2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41E6A625-52AF-DBEE-851D-17438A5CDEE4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54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EEB1-DBCF-2917-6893-4E90CD4D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E1E94088-28B6-53AC-CC02-D39D8FCA7E9A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3EA0CB6-D0EE-A36F-F13D-DE47B30F5687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FF150F50-E316-9C3D-51DB-9E9D032160EF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FCD106F3-0AE6-9570-AE49-30CD95FBDBB8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30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44A1-BD86-4418-FD9F-C83CDD0B1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A6CD192-863B-E72F-49D7-64DD4EEE7A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873" y="1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 hidden="1">
            <a:extLst>
              <a:ext uri="{FF2B5EF4-FFF2-40B4-BE49-F238E27FC236}">
                <a16:creationId xmlns:a16="http://schemas.microsoft.com/office/drawing/2014/main" id="{F5E882BC-6478-A512-D979-B386BABDB4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3261" y="1"/>
            <a:ext cx="12785260" cy="7197212"/>
          </a:xfrm>
          <a:custGeom>
            <a:avLst/>
            <a:gdLst>
              <a:gd name="csX0" fmla="*/ 0 w 12785260"/>
              <a:gd name="csY0" fmla="*/ 0 h 7197212"/>
              <a:gd name="csX1" fmla="*/ 593259 w 12785260"/>
              <a:gd name="csY1" fmla="*/ 0 h 7197212"/>
              <a:gd name="csX2" fmla="*/ 606010 w 12785260"/>
              <a:gd name="csY2" fmla="*/ 57759 h 7197212"/>
              <a:gd name="csX3" fmla="*/ 10919947 w 12785260"/>
              <a:gd name="csY3" fmla="*/ 6857998 h 7197212"/>
              <a:gd name="csX4" fmla="*/ 12523231 w 12785260"/>
              <a:gd name="csY4" fmla="*/ 6759867 h 7197212"/>
              <a:gd name="csX5" fmla="*/ 12785260 w 12785260"/>
              <a:gd name="csY5" fmla="*/ 6722013 h 7197212"/>
              <a:gd name="csX6" fmla="*/ 12785260 w 12785260"/>
              <a:gd name="csY6" fmla="*/ 7054501 h 7197212"/>
              <a:gd name="csX7" fmla="*/ 12510481 w 12785260"/>
              <a:gd name="csY7" fmla="*/ 7094227 h 7197212"/>
              <a:gd name="csX8" fmla="*/ 10829182 w 12785260"/>
              <a:gd name="csY8" fmla="*/ 7197212 h 7197212"/>
              <a:gd name="csX9" fmla="*/ 13371 w 12785260"/>
              <a:gd name="csY9" fmla="*/ 60616 h 7197212"/>
              <a:gd name="csX10" fmla="*/ 0 w 12785260"/>
              <a:gd name="csY10" fmla="*/ 0 h 719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5260" h="7197212">
                <a:moveTo>
                  <a:pt x="0" y="0"/>
                </a:moveTo>
                <a:lnTo>
                  <a:pt x="593259" y="0"/>
                </a:lnTo>
                <a:lnTo>
                  <a:pt x="606010" y="57759"/>
                </a:lnTo>
                <a:cubicBezTo>
                  <a:pt x="1587690" y="3938648"/>
                  <a:pt x="5832384" y="6857998"/>
                  <a:pt x="10919947" y="6857998"/>
                </a:cubicBezTo>
                <a:cubicBezTo>
                  <a:pt x="11465043" y="6857998"/>
                  <a:pt x="12000464" y="6824486"/>
                  <a:pt x="12523231" y="6759867"/>
                </a:cubicBezTo>
                <a:lnTo>
                  <a:pt x="12785260" y="6722013"/>
                </a:lnTo>
                <a:lnTo>
                  <a:pt x="12785260" y="7054501"/>
                </a:lnTo>
                <a:lnTo>
                  <a:pt x="12510481" y="7094227"/>
                </a:lnTo>
                <a:cubicBezTo>
                  <a:pt x="11962276" y="7162042"/>
                  <a:pt x="11400802" y="7197212"/>
                  <a:pt x="10829182" y="7197212"/>
                </a:cubicBezTo>
                <a:cubicBezTo>
                  <a:pt x="5494060" y="7197212"/>
                  <a:pt x="1042820" y="4133463"/>
                  <a:pt x="13371" y="606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 hidden="1">
            <a:extLst>
              <a:ext uri="{FF2B5EF4-FFF2-40B4-BE49-F238E27FC236}">
                <a16:creationId xmlns:a16="http://schemas.microsoft.com/office/drawing/2014/main" id="{C758E059-99A3-FE3D-3568-4981D2EBB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276595" y="1"/>
            <a:ext cx="15468595" cy="7492180"/>
          </a:xfrm>
          <a:custGeom>
            <a:avLst/>
            <a:gdLst>
              <a:gd name="csX0" fmla="*/ 0 w 15468595"/>
              <a:gd name="csY0" fmla="*/ 0 h 7492180"/>
              <a:gd name="csX1" fmla="*/ 2683335 w 15468595"/>
              <a:gd name="csY1" fmla="*/ 0 h 7492180"/>
              <a:gd name="csX2" fmla="*/ 2696706 w 15468595"/>
              <a:gd name="csY2" fmla="*/ 60615 h 7492180"/>
              <a:gd name="csX3" fmla="*/ 13512517 w 15468595"/>
              <a:gd name="csY3" fmla="*/ 7197211 h 7492180"/>
              <a:gd name="csX4" fmla="*/ 15193816 w 15468595"/>
              <a:gd name="csY4" fmla="*/ 7094226 h 7492180"/>
              <a:gd name="csX5" fmla="*/ 15468595 w 15468595"/>
              <a:gd name="csY5" fmla="*/ 7054500 h 7492180"/>
              <a:gd name="csX6" fmla="*/ 15468595 w 15468595"/>
              <a:gd name="csY6" fmla="*/ 7343620 h 7492180"/>
              <a:gd name="csX7" fmla="*/ 15136146 w 15468595"/>
              <a:gd name="csY7" fmla="*/ 7384974 h 7492180"/>
              <a:gd name="csX8" fmla="*/ 13101980 w 15468595"/>
              <a:gd name="csY8" fmla="*/ 7492180 h 7492180"/>
              <a:gd name="csX9" fmla="*/ 16178 w 15468595"/>
              <a:gd name="csY9" fmla="*/ 63100 h 7492180"/>
              <a:gd name="csX10" fmla="*/ 0 w 15468595"/>
              <a:gd name="csY10" fmla="*/ 0 h 7492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68595" h="7492180">
                <a:moveTo>
                  <a:pt x="0" y="0"/>
                </a:moveTo>
                <a:lnTo>
                  <a:pt x="2683335" y="0"/>
                </a:lnTo>
                <a:lnTo>
                  <a:pt x="2696706" y="60615"/>
                </a:lnTo>
                <a:cubicBezTo>
                  <a:pt x="3726155" y="4133462"/>
                  <a:pt x="8177395" y="7197211"/>
                  <a:pt x="13512517" y="7197211"/>
                </a:cubicBezTo>
                <a:cubicBezTo>
                  <a:pt x="14084137" y="7197211"/>
                  <a:pt x="14645611" y="7162041"/>
                  <a:pt x="15193816" y="7094226"/>
                </a:cubicBezTo>
                <a:lnTo>
                  <a:pt x="15468595" y="7054500"/>
                </a:lnTo>
                <a:lnTo>
                  <a:pt x="15468595" y="7343620"/>
                </a:lnTo>
                <a:lnTo>
                  <a:pt x="15136146" y="7384974"/>
                </a:lnTo>
                <a:cubicBezTo>
                  <a:pt x="14472885" y="7455569"/>
                  <a:pt x="13793571" y="7492180"/>
                  <a:pt x="13101980" y="7492180"/>
                </a:cubicBezTo>
                <a:cubicBezTo>
                  <a:pt x="6647137" y="7492180"/>
                  <a:pt x="1261684" y="4302868"/>
                  <a:pt x="16178" y="631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 hidden="1">
            <a:extLst>
              <a:ext uri="{FF2B5EF4-FFF2-40B4-BE49-F238E27FC236}">
                <a16:creationId xmlns:a16="http://schemas.microsoft.com/office/drawing/2014/main" id="{F5C68836-0177-B53C-998E-F85C69F62A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488610"/>
            <a:ext cx="4977019" cy="2369390"/>
          </a:xfrm>
          <a:custGeom>
            <a:avLst/>
            <a:gdLst>
              <a:gd name="csX0" fmla="*/ 0 w 4977019"/>
              <a:gd name="csY0" fmla="*/ 0 h 2369390"/>
              <a:gd name="csX1" fmla="*/ 101431 w 4977019"/>
              <a:gd name="csY1" fmla="*/ 78204 h 2369390"/>
              <a:gd name="csX2" fmla="*/ 4701195 w 4977019"/>
              <a:gd name="csY2" fmla="*/ 2294315 h 2369390"/>
              <a:gd name="csX3" fmla="*/ 4977019 w 4977019"/>
              <a:gd name="csY3" fmla="*/ 2369390 h 2369390"/>
              <a:gd name="csX4" fmla="*/ 0 w 4977019"/>
              <a:gd name="csY4" fmla="*/ 2369390 h 2369390"/>
              <a:gd name="csX5" fmla="*/ 0 w 4977019"/>
              <a:gd name="csY5" fmla="*/ 0 h 2369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77019" h="2369390">
                <a:moveTo>
                  <a:pt x="0" y="0"/>
                </a:moveTo>
                <a:lnTo>
                  <a:pt x="101431" y="78204"/>
                </a:lnTo>
                <a:cubicBezTo>
                  <a:pt x="1383447" y="1026104"/>
                  <a:pt x="2947937" y="1786565"/>
                  <a:pt x="4701195" y="2294315"/>
                </a:cubicBezTo>
                <a:lnTo>
                  <a:pt x="4977019" y="2369390"/>
                </a:lnTo>
                <a:lnTo>
                  <a:pt x="0" y="23693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3" name="Freeform: Shape 72" hidden="1">
            <a:extLst>
              <a:ext uri="{FF2B5EF4-FFF2-40B4-BE49-F238E27FC236}">
                <a16:creationId xmlns:a16="http://schemas.microsoft.com/office/drawing/2014/main" id="{6C3D8258-1427-616B-9A4A-76C7EFEFC8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75496" y="-1"/>
            <a:ext cx="13667496" cy="6705601"/>
          </a:xfrm>
          <a:custGeom>
            <a:avLst/>
            <a:gdLst>
              <a:gd name="csX0" fmla="*/ 0 w 13667496"/>
              <a:gd name="csY0" fmla="*/ 0 h 6705601"/>
              <a:gd name="csX1" fmla="*/ 13667496 w 13667496"/>
              <a:gd name="csY1" fmla="*/ 0 h 6705601"/>
              <a:gd name="csX2" fmla="*/ 13667496 w 13667496"/>
              <a:gd name="csY2" fmla="*/ 6572638 h 6705601"/>
              <a:gd name="csX3" fmla="*/ 13373756 w 13667496"/>
              <a:gd name="csY3" fmla="*/ 6609651 h 6705601"/>
              <a:gd name="csX4" fmla="*/ 11576440 w 13667496"/>
              <a:gd name="csY4" fmla="*/ 6705601 h 6705601"/>
              <a:gd name="csX5" fmla="*/ 14294 w 13667496"/>
              <a:gd name="csY5" fmla="*/ 56476 h 6705601"/>
              <a:gd name="csX6" fmla="*/ 0 w 13667496"/>
              <a:gd name="csY6" fmla="*/ 0 h 6705601"/>
              <a:gd name="csX7" fmla="*/ 931877 w 13667496"/>
              <a:gd name="csY7" fmla="*/ 1 h 6705601"/>
              <a:gd name="csX8" fmla="*/ 945196 w 13667496"/>
              <a:gd name="csY8" fmla="*/ 52626 h 6705601"/>
              <a:gd name="csX9" fmla="*/ 11719011 w 13667496"/>
              <a:gd name="csY9" fmla="*/ 6248400 h 6705601"/>
              <a:gd name="csX10" fmla="*/ 13393782 w 13667496"/>
              <a:gd name="csY10" fmla="*/ 6158992 h 6705601"/>
              <a:gd name="csX11" fmla="*/ 13667494 w 13667496"/>
              <a:gd name="csY11" fmla="*/ 6124503 h 6705601"/>
              <a:gd name="csX12" fmla="*/ 13667494 w 13667496"/>
              <a:gd name="csY12" fmla="*/ 1 h 6705601"/>
              <a:gd name="csX13" fmla="*/ 931877 w 13667496"/>
              <a:gd name="csY13" fmla="*/ 1 h 6705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67496" h="6705601">
                <a:moveTo>
                  <a:pt x="0" y="0"/>
                </a:moveTo>
                <a:lnTo>
                  <a:pt x="13667496" y="0"/>
                </a:lnTo>
                <a:lnTo>
                  <a:pt x="13667496" y="6572638"/>
                </a:lnTo>
                <a:lnTo>
                  <a:pt x="13373756" y="6609651"/>
                </a:lnTo>
                <a:cubicBezTo>
                  <a:pt x="12787723" y="6672833"/>
                  <a:pt x="12187504" y="6705601"/>
                  <a:pt x="11576440" y="6705601"/>
                </a:cubicBezTo>
                <a:cubicBezTo>
                  <a:pt x="5873172" y="6705601"/>
                  <a:pt x="1114779" y="3851124"/>
                  <a:pt x="14294" y="56476"/>
                </a:cubicBezTo>
                <a:lnTo>
                  <a:pt x="0" y="0"/>
                </a:lnTo>
                <a:close/>
                <a:moveTo>
                  <a:pt x="931877" y="1"/>
                </a:moveTo>
                <a:lnTo>
                  <a:pt x="945196" y="52626"/>
                </a:lnTo>
                <a:cubicBezTo>
                  <a:pt x="1970648" y="3588547"/>
                  <a:pt x="6404604" y="6248400"/>
                  <a:pt x="11719011" y="6248400"/>
                </a:cubicBezTo>
                <a:cubicBezTo>
                  <a:pt x="12288411" y="6248400"/>
                  <a:pt x="12847705" y="6217867"/>
                  <a:pt x="13393782" y="6158992"/>
                </a:cubicBezTo>
                <a:lnTo>
                  <a:pt x="13667494" y="6124503"/>
                </a:lnTo>
                <a:lnTo>
                  <a:pt x="13667494" y="1"/>
                </a:lnTo>
                <a:lnTo>
                  <a:pt x="931877" y="1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 hidden="1">
            <a:extLst>
              <a:ext uri="{FF2B5EF4-FFF2-40B4-BE49-F238E27FC236}">
                <a16:creationId xmlns:a16="http://schemas.microsoft.com/office/drawing/2014/main" id="{A4D63293-ADAE-17B7-4CF8-9C8B32FF5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67449" y="-3"/>
            <a:ext cx="15259450" cy="7486652"/>
          </a:xfrm>
          <a:custGeom>
            <a:avLst/>
            <a:gdLst>
              <a:gd name="csX0" fmla="*/ 0 w 15259450"/>
              <a:gd name="csY0" fmla="*/ 0 h 7486652"/>
              <a:gd name="csX1" fmla="*/ 15259450 w 15259450"/>
              <a:gd name="csY1" fmla="*/ 0 h 7486652"/>
              <a:gd name="csX2" fmla="*/ 15259450 w 15259450"/>
              <a:gd name="csY2" fmla="*/ 7338202 h 7486652"/>
              <a:gd name="csX3" fmla="*/ 14931496 w 15259450"/>
              <a:gd name="csY3" fmla="*/ 7379526 h 7486652"/>
              <a:gd name="csX4" fmla="*/ 12924834 w 15259450"/>
              <a:gd name="csY4" fmla="*/ 7486652 h 7486652"/>
              <a:gd name="csX5" fmla="*/ 15959 w 15259450"/>
              <a:gd name="csY5" fmla="*/ 63054 h 7486652"/>
              <a:gd name="csX6" fmla="*/ 0 w 15259450"/>
              <a:gd name="csY6" fmla="*/ 0 h 7486652"/>
              <a:gd name="csX7" fmla="*/ 1591953 w 15259450"/>
              <a:gd name="csY7" fmla="*/ 2 h 7486652"/>
              <a:gd name="csX8" fmla="*/ 1606247 w 15259450"/>
              <a:gd name="csY8" fmla="*/ 56478 h 7486652"/>
              <a:gd name="csX9" fmla="*/ 13168393 w 15259450"/>
              <a:gd name="csY9" fmla="*/ 6705603 h 7486652"/>
              <a:gd name="csX10" fmla="*/ 14965709 w 15259450"/>
              <a:gd name="csY10" fmla="*/ 6609653 h 7486652"/>
              <a:gd name="csX11" fmla="*/ 15259449 w 15259450"/>
              <a:gd name="csY11" fmla="*/ 6572640 h 7486652"/>
              <a:gd name="csX12" fmla="*/ 15259449 w 15259450"/>
              <a:gd name="csY12" fmla="*/ 2 h 7486652"/>
              <a:gd name="csX13" fmla="*/ 1591953 w 15259450"/>
              <a:gd name="csY13" fmla="*/ 2 h 748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59450" h="7486652">
                <a:moveTo>
                  <a:pt x="0" y="0"/>
                </a:moveTo>
                <a:lnTo>
                  <a:pt x="15259450" y="0"/>
                </a:lnTo>
                <a:lnTo>
                  <a:pt x="15259450" y="7338202"/>
                </a:lnTo>
                <a:lnTo>
                  <a:pt x="14931496" y="7379526"/>
                </a:lnTo>
                <a:cubicBezTo>
                  <a:pt x="14277203" y="7450068"/>
                  <a:pt x="13607073" y="7486652"/>
                  <a:pt x="12924834" y="7486652"/>
                </a:cubicBezTo>
                <a:cubicBezTo>
                  <a:pt x="6557264" y="7486652"/>
                  <a:pt x="1244626" y="4299693"/>
                  <a:pt x="15959" y="63054"/>
                </a:cubicBezTo>
                <a:lnTo>
                  <a:pt x="0" y="0"/>
                </a:lnTo>
                <a:close/>
                <a:moveTo>
                  <a:pt x="1591953" y="2"/>
                </a:moveTo>
                <a:lnTo>
                  <a:pt x="1606247" y="56478"/>
                </a:lnTo>
                <a:cubicBezTo>
                  <a:pt x="2706732" y="3851126"/>
                  <a:pt x="7465125" y="6705603"/>
                  <a:pt x="13168393" y="6705603"/>
                </a:cubicBezTo>
                <a:cubicBezTo>
                  <a:pt x="13779457" y="6705603"/>
                  <a:pt x="14379676" y="6672835"/>
                  <a:pt x="14965709" y="6609653"/>
                </a:cubicBezTo>
                <a:lnTo>
                  <a:pt x="15259449" y="6572640"/>
                </a:lnTo>
                <a:lnTo>
                  <a:pt x="15259449" y="2"/>
                </a:lnTo>
                <a:lnTo>
                  <a:pt x="1591953" y="2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1BACF669-9096-074A-AA1B-8C7C87CC0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F31D2E83-85D7-E911-DC3E-402F26F7E8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D60C1A5C-EE6D-E61F-6462-A7F3533375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8FFFAAF7-1259-4DBB-6B55-495F84F188FE}"/>
              </a:ext>
            </a:extLst>
          </p:cNvPr>
          <p:cNvSpPr txBox="1">
            <a:spLocks/>
          </p:cNvSpPr>
          <p:nvPr/>
        </p:nvSpPr>
        <p:spPr>
          <a:xfrm>
            <a:off x="2080136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Input Types Example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813BCB5-C689-46A7-499E-AB1760B072BF}"/>
              </a:ext>
            </a:extLst>
          </p:cNvPr>
          <p:cNvSpPr txBox="1">
            <a:spLocks/>
          </p:cNvSpPr>
          <p:nvPr/>
        </p:nvSpPr>
        <p:spPr>
          <a:xfrm>
            <a:off x="3969772" y="195964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&lt;input type="text"&gt;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&lt;input type="email"&gt;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&lt;input type="radio"&gt;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&lt;input type="checkbox"&gt;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&lt;input type="submit"&gt;</a:t>
            </a:r>
          </a:p>
        </p:txBody>
      </p:sp>
    </p:spTree>
    <p:extLst>
      <p:ext uri="{BB962C8B-B14F-4D97-AF65-F5344CB8AC3E}">
        <p14:creationId xmlns:p14="http://schemas.microsoft.com/office/powerpoint/2010/main" val="561958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05E9-E00B-4EFE-6C2B-20C1FCB8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CF3CED09-DCB8-9EC1-F81E-323FD448919E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B838A826-202C-B672-884A-F6CC608A4E29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B97284F2-527B-FC3E-1ED1-EEAB76E91F9C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193BC65F-A7E6-E946-D519-88BA1ACCA478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0115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C655-2A5B-29E6-5A55-47BB91B5E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B6CFE674-193A-27EF-9A7C-1CD2B1574176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99EC1588-A6EB-4B8E-9105-723AA1183FD3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26473ADC-26D4-D18C-6F9A-07304D0F0EC4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505B1A49-1221-5E82-6575-00406AC114A7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54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D56B6-5FB2-1956-2224-3547F58DB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192AB6-44FB-6958-0FE3-EBEDF8604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98897640-5AC4-B28D-AEE1-7895040841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940062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0D16C3DA-5B43-365A-6AEB-E967FB8947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0011AD50-F739-D83C-0464-909AA85087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B3381548-5451-AA19-9F60-04E654B112A9}"/>
              </a:ext>
            </a:extLst>
          </p:cNvPr>
          <p:cNvSpPr txBox="1">
            <a:spLocks/>
          </p:cNvSpPr>
          <p:nvPr/>
        </p:nvSpPr>
        <p:spPr>
          <a:xfrm>
            <a:off x="-3" y="1020891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Usability of Forms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668951-46AA-4140-A45C-0F35DF7EBFFA}"/>
              </a:ext>
            </a:extLst>
          </p:cNvPr>
          <p:cNvSpPr txBox="1">
            <a:spLocks/>
          </p:cNvSpPr>
          <p:nvPr/>
        </p:nvSpPr>
        <p:spPr>
          <a:xfrm>
            <a:off x="1882263" y="1869086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Good forms are simple, clear &amp; user-friendly.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Validation improves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4072393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F625-21DF-A574-13B6-50B5D7E2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495075C7-681A-39DD-F38A-4B61674612FA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47FA62B9-E9B8-456A-E57E-C8F20F244BE2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CA8634C6-D329-E6CA-F739-7DE85E8665CB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688E73A6-95F0-2112-76FA-6C09DA55E41D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12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CA0F-56A4-8354-C4FF-4C9F3D2C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784AF915-AAF5-16BC-82AF-7145455451ED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B9F98844-D465-15E8-5214-BB2FCE6D0A1E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50F4DB8E-E968-38FB-692B-CCE6209DDEFE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587FBCD-A38B-2669-2C96-02A0962D2A2D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579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B3B4F-8244-D655-4CD1-2E163603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E3BC937-DA7C-C77E-F92F-5E44C79C50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7873" y="1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 hidden="1">
            <a:extLst>
              <a:ext uri="{FF2B5EF4-FFF2-40B4-BE49-F238E27FC236}">
                <a16:creationId xmlns:a16="http://schemas.microsoft.com/office/drawing/2014/main" id="{7D77D099-0C80-0B5D-BDCB-1CF6055C85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3261" y="1"/>
            <a:ext cx="12785260" cy="7197212"/>
          </a:xfrm>
          <a:custGeom>
            <a:avLst/>
            <a:gdLst>
              <a:gd name="csX0" fmla="*/ 0 w 12785260"/>
              <a:gd name="csY0" fmla="*/ 0 h 7197212"/>
              <a:gd name="csX1" fmla="*/ 593259 w 12785260"/>
              <a:gd name="csY1" fmla="*/ 0 h 7197212"/>
              <a:gd name="csX2" fmla="*/ 606010 w 12785260"/>
              <a:gd name="csY2" fmla="*/ 57759 h 7197212"/>
              <a:gd name="csX3" fmla="*/ 10919947 w 12785260"/>
              <a:gd name="csY3" fmla="*/ 6857998 h 7197212"/>
              <a:gd name="csX4" fmla="*/ 12523231 w 12785260"/>
              <a:gd name="csY4" fmla="*/ 6759867 h 7197212"/>
              <a:gd name="csX5" fmla="*/ 12785260 w 12785260"/>
              <a:gd name="csY5" fmla="*/ 6722013 h 7197212"/>
              <a:gd name="csX6" fmla="*/ 12785260 w 12785260"/>
              <a:gd name="csY6" fmla="*/ 7054501 h 7197212"/>
              <a:gd name="csX7" fmla="*/ 12510481 w 12785260"/>
              <a:gd name="csY7" fmla="*/ 7094227 h 7197212"/>
              <a:gd name="csX8" fmla="*/ 10829182 w 12785260"/>
              <a:gd name="csY8" fmla="*/ 7197212 h 7197212"/>
              <a:gd name="csX9" fmla="*/ 13371 w 12785260"/>
              <a:gd name="csY9" fmla="*/ 60616 h 7197212"/>
              <a:gd name="csX10" fmla="*/ 0 w 12785260"/>
              <a:gd name="csY10" fmla="*/ 0 h 7197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5260" h="7197212">
                <a:moveTo>
                  <a:pt x="0" y="0"/>
                </a:moveTo>
                <a:lnTo>
                  <a:pt x="593259" y="0"/>
                </a:lnTo>
                <a:lnTo>
                  <a:pt x="606010" y="57759"/>
                </a:lnTo>
                <a:cubicBezTo>
                  <a:pt x="1587690" y="3938648"/>
                  <a:pt x="5832384" y="6857998"/>
                  <a:pt x="10919947" y="6857998"/>
                </a:cubicBezTo>
                <a:cubicBezTo>
                  <a:pt x="11465043" y="6857998"/>
                  <a:pt x="12000464" y="6824486"/>
                  <a:pt x="12523231" y="6759867"/>
                </a:cubicBezTo>
                <a:lnTo>
                  <a:pt x="12785260" y="6722013"/>
                </a:lnTo>
                <a:lnTo>
                  <a:pt x="12785260" y="7054501"/>
                </a:lnTo>
                <a:lnTo>
                  <a:pt x="12510481" y="7094227"/>
                </a:lnTo>
                <a:cubicBezTo>
                  <a:pt x="11962276" y="7162042"/>
                  <a:pt x="11400802" y="7197212"/>
                  <a:pt x="10829182" y="7197212"/>
                </a:cubicBezTo>
                <a:cubicBezTo>
                  <a:pt x="5494060" y="7197212"/>
                  <a:pt x="1042820" y="4133463"/>
                  <a:pt x="13371" y="6061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 hidden="1">
            <a:extLst>
              <a:ext uri="{FF2B5EF4-FFF2-40B4-BE49-F238E27FC236}">
                <a16:creationId xmlns:a16="http://schemas.microsoft.com/office/drawing/2014/main" id="{CD8B055B-89E7-E7A5-9B1D-CAAEA5EA5C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276595" y="1"/>
            <a:ext cx="15468595" cy="7492180"/>
          </a:xfrm>
          <a:custGeom>
            <a:avLst/>
            <a:gdLst>
              <a:gd name="csX0" fmla="*/ 0 w 15468595"/>
              <a:gd name="csY0" fmla="*/ 0 h 7492180"/>
              <a:gd name="csX1" fmla="*/ 2683335 w 15468595"/>
              <a:gd name="csY1" fmla="*/ 0 h 7492180"/>
              <a:gd name="csX2" fmla="*/ 2696706 w 15468595"/>
              <a:gd name="csY2" fmla="*/ 60615 h 7492180"/>
              <a:gd name="csX3" fmla="*/ 13512517 w 15468595"/>
              <a:gd name="csY3" fmla="*/ 7197211 h 7492180"/>
              <a:gd name="csX4" fmla="*/ 15193816 w 15468595"/>
              <a:gd name="csY4" fmla="*/ 7094226 h 7492180"/>
              <a:gd name="csX5" fmla="*/ 15468595 w 15468595"/>
              <a:gd name="csY5" fmla="*/ 7054500 h 7492180"/>
              <a:gd name="csX6" fmla="*/ 15468595 w 15468595"/>
              <a:gd name="csY6" fmla="*/ 7343620 h 7492180"/>
              <a:gd name="csX7" fmla="*/ 15136146 w 15468595"/>
              <a:gd name="csY7" fmla="*/ 7384974 h 7492180"/>
              <a:gd name="csX8" fmla="*/ 13101980 w 15468595"/>
              <a:gd name="csY8" fmla="*/ 7492180 h 7492180"/>
              <a:gd name="csX9" fmla="*/ 16178 w 15468595"/>
              <a:gd name="csY9" fmla="*/ 63100 h 7492180"/>
              <a:gd name="csX10" fmla="*/ 0 w 15468595"/>
              <a:gd name="csY10" fmla="*/ 0 h 7492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68595" h="7492180">
                <a:moveTo>
                  <a:pt x="0" y="0"/>
                </a:moveTo>
                <a:lnTo>
                  <a:pt x="2683335" y="0"/>
                </a:lnTo>
                <a:lnTo>
                  <a:pt x="2696706" y="60615"/>
                </a:lnTo>
                <a:cubicBezTo>
                  <a:pt x="3726155" y="4133462"/>
                  <a:pt x="8177395" y="7197211"/>
                  <a:pt x="13512517" y="7197211"/>
                </a:cubicBezTo>
                <a:cubicBezTo>
                  <a:pt x="14084137" y="7197211"/>
                  <a:pt x="14645611" y="7162041"/>
                  <a:pt x="15193816" y="7094226"/>
                </a:cubicBezTo>
                <a:lnTo>
                  <a:pt x="15468595" y="7054500"/>
                </a:lnTo>
                <a:lnTo>
                  <a:pt x="15468595" y="7343620"/>
                </a:lnTo>
                <a:lnTo>
                  <a:pt x="15136146" y="7384974"/>
                </a:lnTo>
                <a:cubicBezTo>
                  <a:pt x="14472885" y="7455569"/>
                  <a:pt x="13793571" y="7492180"/>
                  <a:pt x="13101980" y="7492180"/>
                </a:cubicBezTo>
                <a:cubicBezTo>
                  <a:pt x="6647137" y="7492180"/>
                  <a:pt x="1261684" y="4302868"/>
                  <a:pt x="16178" y="631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 hidden="1">
            <a:extLst>
              <a:ext uri="{FF2B5EF4-FFF2-40B4-BE49-F238E27FC236}">
                <a16:creationId xmlns:a16="http://schemas.microsoft.com/office/drawing/2014/main" id="{4FA39E54-5A9C-9093-E77B-6312DEC4D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4488610"/>
            <a:ext cx="4977019" cy="2369390"/>
          </a:xfrm>
          <a:custGeom>
            <a:avLst/>
            <a:gdLst>
              <a:gd name="csX0" fmla="*/ 0 w 4977019"/>
              <a:gd name="csY0" fmla="*/ 0 h 2369390"/>
              <a:gd name="csX1" fmla="*/ 101431 w 4977019"/>
              <a:gd name="csY1" fmla="*/ 78204 h 2369390"/>
              <a:gd name="csX2" fmla="*/ 4701195 w 4977019"/>
              <a:gd name="csY2" fmla="*/ 2294315 h 2369390"/>
              <a:gd name="csX3" fmla="*/ 4977019 w 4977019"/>
              <a:gd name="csY3" fmla="*/ 2369390 h 2369390"/>
              <a:gd name="csX4" fmla="*/ 0 w 4977019"/>
              <a:gd name="csY4" fmla="*/ 2369390 h 2369390"/>
              <a:gd name="csX5" fmla="*/ 0 w 4977019"/>
              <a:gd name="csY5" fmla="*/ 0 h 2369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77019" h="2369390">
                <a:moveTo>
                  <a:pt x="0" y="0"/>
                </a:moveTo>
                <a:lnTo>
                  <a:pt x="101431" y="78204"/>
                </a:lnTo>
                <a:cubicBezTo>
                  <a:pt x="1383447" y="1026104"/>
                  <a:pt x="2947937" y="1786565"/>
                  <a:pt x="4701195" y="2294315"/>
                </a:cubicBezTo>
                <a:lnTo>
                  <a:pt x="4977019" y="2369390"/>
                </a:lnTo>
                <a:lnTo>
                  <a:pt x="0" y="23693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3" name="Freeform: Shape 72" hidden="1">
            <a:extLst>
              <a:ext uri="{FF2B5EF4-FFF2-40B4-BE49-F238E27FC236}">
                <a16:creationId xmlns:a16="http://schemas.microsoft.com/office/drawing/2014/main" id="{92684A5E-8793-942A-F38E-48F2081DD8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75496" y="-1"/>
            <a:ext cx="13667496" cy="6705601"/>
          </a:xfrm>
          <a:custGeom>
            <a:avLst/>
            <a:gdLst>
              <a:gd name="csX0" fmla="*/ 0 w 13667496"/>
              <a:gd name="csY0" fmla="*/ 0 h 6705601"/>
              <a:gd name="csX1" fmla="*/ 13667496 w 13667496"/>
              <a:gd name="csY1" fmla="*/ 0 h 6705601"/>
              <a:gd name="csX2" fmla="*/ 13667496 w 13667496"/>
              <a:gd name="csY2" fmla="*/ 6572638 h 6705601"/>
              <a:gd name="csX3" fmla="*/ 13373756 w 13667496"/>
              <a:gd name="csY3" fmla="*/ 6609651 h 6705601"/>
              <a:gd name="csX4" fmla="*/ 11576440 w 13667496"/>
              <a:gd name="csY4" fmla="*/ 6705601 h 6705601"/>
              <a:gd name="csX5" fmla="*/ 14294 w 13667496"/>
              <a:gd name="csY5" fmla="*/ 56476 h 6705601"/>
              <a:gd name="csX6" fmla="*/ 0 w 13667496"/>
              <a:gd name="csY6" fmla="*/ 0 h 6705601"/>
              <a:gd name="csX7" fmla="*/ 931877 w 13667496"/>
              <a:gd name="csY7" fmla="*/ 1 h 6705601"/>
              <a:gd name="csX8" fmla="*/ 945196 w 13667496"/>
              <a:gd name="csY8" fmla="*/ 52626 h 6705601"/>
              <a:gd name="csX9" fmla="*/ 11719011 w 13667496"/>
              <a:gd name="csY9" fmla="*/ 6248400 h 6705601"/>
              <a:gd name="csX10" fmla="*/ 13393782 w 13667496"/>
              <a:gd name="csY10" fmla="*/ 6158992 h 6705601"/>
              <a:gd name="csX11" fmla="*/ 13667494 w 13667496"/>
              <a:gd name="csY11" fmla="*/ 6124503 h 6705601"/>
              <a:gd name="csX12" fmla="*/ 13667494 w 13667496"/>
              <a:gd name="csY12" fmla="*/ 1 h 6705601"/>
              <a:gd name="csX13" fmla="*/ 931877 w 13667496"/>
              <a:gd name="csY13" fmla="*/ 1 h 6705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67496" h="6705601">
                <a:moveTo>
                  <a:pt x="0" y="0"/>
                </a:moveTo>
                <a:lnTo>
                  <a:pt x="13667496" y="0"/>
                </a:lnTo>
                <a:lnTo>
                  <a:pt x="13667496" y="6572638"/>
                </a:lnTo>
                <a:lnTo>
                  <a:pt x="13373756" y="6609651"/>
                </a:lnTo>
                <a:cubicBezTo>
                  <a:pt x="12787723" y="6672833"/>
                  <a:pt x="12187504" y="6705601"/>
                  <a:pt x="11576440" y="6705601"/>
                </a:cubicBezTo>
                <a:cubicBezTo>
                  <a:pt x="5873172" y="6705601"/>
                  <a:pt x="1114779" y="3851124"/>
                  <a:pt x="14294" y="56476"/>
                </a:cubicBezTo>
                <a:lnTo>
                  <a:pt x="0" y="0"/>
                </a:lnTo>
                <a:close/>
                <a:moveTo>
                  <a:pt x="931877" y="1"/>
                </a:moveTo>
                <a:lnTo>
                  <a:pt x="945196" y="52626"/>
                </a:lnTo>
                <a:cubicBezTo>
                  <a:pt x="1970648" y="3588547"/>
                  <a:pt x="6404604" y="6248400"/>
                  <a:pt x="11719011" y="6248400"/>
                </a:cubicBezTo>
                <a:cubicBezTo>
                  <a:pt x="12288411" y="6248400"/>
                  <a:pt x="12847705" y="6217867"/>
                  <a:pt x="13393782" y="6158992"/>
                </a:cubicBezTo>
                <a:lnTo>
                  <a:pt x="13667494" y="6124503"/>
                </a:lnTo>
                <a:lnTo>
                  <a:pt x="13667494" y="1"/>
                </a:lnTo>
                <a:lnTo>
                  <a:pt x="931877" y="1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7" name="Freeform: Shape 76" hidden="1">
            <a:extLst>
              <a:ext uri="{FF2B5EF4-FFF2-40B4-BE49-F238E27FC236}">
                <a16:creationId xmlns:a16="http://schemas.microsoft.com/office/drawing/2014/main" id="{0E9EF615-0456-06AF-561D-D7E129E30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067449" y="-3"/>
            <a:ext cx="15259450" cy="7486652"/>
          </a:xfrm>
          <a:custGeom>
            <a:avLst/>
            <a:gdLst>
              <a:gd name="csX0" fmla="*/ 0 w 15259450"/>
              <a:gd name="csY0" fmla="*/ 0 h 7486652"/>
              <a:gd name="csX1" fmla="*/ 15259450 w 15259450"/>
              <a:gd name="csY1" fmla="*/ 0 h 7486652"/>
              <a:gd name="csX2" fmla="*/ 15259450 w 15259450"/>
              <a:gd name="csY2" fmla="*/ 7338202 h 7486652"/>
              <a:gd name="csX3" fmla="*/ 14931496 w 15259450"/>
              <a:gd name="csY3" fmla="*/ 7379526 h 7486652"/>
              <a:gd name="csX4" fmla="*/ 12924834 w 15259450"/>
              <a:gd name="csY4" fmla="*/ 7486652 h 7486652"/>
              <a:gd name="csX5" fmla="*/ 15959 w 15259450"/>
              <a:gd name="csY5" fmla="*/ 63054 h 7486652"/>
              <a:gd name="csX6" fmla="*/ 0 w 15259450"/>
              <a:gd name="csY6" fmla="*/ 0 h 7486652"/>
              <a:gd name="csX7" fmla="*/ 1591953 w 15259450"/>
              <a:gd name="csY7" fmla="*/ 2 h 7486652"/>
              <a:gd name="csX8" fmla="*/ 1606247 w 15259450"/>
              <a:gd name="csY8" fmla="*/ 56478 h 7486652"/>
              <a:gd name="csX9" fmla="*/ 13168393 w 15259450"/>
              <a:gd name="csY9" fmla="*/ 6705603 h 7486652"/>
              <a:gd name="csX10" fmla="*/ 14965709 w 15259450"/>
              <a:gd name="csY10" fmla="*/ 6609653 h 7486652"/>
              <a:gd name="csX11" fmla="*/ 15259449 w 15259450"/>
              <a:gd name="csY11" fmla="*/ 6572640 h 7486652"/>
              <a:gd name="csX12" fmla="*/ 15259449 w 15259450"/>
              <a:gd name="csY12" fmla="*/ 2 h 7486652"/>
              <a:gd name="csX13" fmla="*/ 1591953 w 15259450"/>
              <a:gd name="csY13" fmla="*/ 2 h 748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59450" h="7486652">
                <a:moveTo>
                  <a:pt x="0" y="0"/>
                </a:moveTo>
                <a:lnTo>
                  <a:pt x="15259450" y="0"/>
                </a:lnTo>
                <a:lnTo>
                  <a:pt x="15259450" y="7338202"/>
                </a:lnTo>
                <a:lnTo>
                  <a:pt x="14931496" y="7379526"/>
                </a:lnTo>
                <a:cubicBezTo>
                  <a:pt x="14277203" y="7450068"/>
                  <a:pt x="13607073" y="7486652"/>
                  <a:pt x="12924834" y="7486652"/>
                </a:cubicBezTo>
                <a:cubicBezTo>
                  <a:pt x="6557264" y="7486652"/>
                  <a:pt x="1244626" y="4299693"/>
                  <a:pt x="15959" y="63054"/>
                </a:cubicBezTo>
                <a:lnTo>
                  <a:pt x="0" y="0"/>
                </a:lnTo>
                <a:close/>
                <a:moveTo>
                  <a:pt x="1591953" y="2"/>
                </a:moveTo>
                <a:lnTo>
                  <a:pt x="1606247" y="56478"/>
                </a:lnTo>
                <a:cubicBezTo>
                  <a:pt x="2706732" y="3851126"/>
                  <a:pt x="7465125" y="6705603"/>
                  <a:pt x="13168393" y="6705603"/>
                </a:cubicBezTo>
                <a:cubicBezTo>
                  <a:pt x="13779457" y="6705603"/>
                  <a:pt x="14379676" y="6672835"/>
                  <a:pt x="14965709" y="6609653"/>
                </a:cubicBezTo>
                <a:lnTo>
                  <a:pt x="15259449" y="6572640"/>
                </a:lnTo>
                <a:lnTo>
                  <a:pt x="15259449" y="2"/>
                </a:lnTo>
                <a:lnTo>
                  <a:pt x="1591953" y="2"/>
                </a:ln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BDC1E5A8-FA4A-8FAF-62CA-C503B674E2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4F02F182-886F-963B-9E0D-6212B7943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110D890-A8D6-8802-BC33-F1EF8ACF65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59C09D8D-EC42-FB06-1201-F6CC35A62EC4}"/>
              </a:ext>
            </a:extLst>
          </p:cNvPr>
          <p:cNvSpPr txBox="1">
            <a:spLocks/>
          </p:cNvSpPr>
          <p:nvPr/>
        </p:nvSpPr>
        <p:spPr>
          <a:xfrm>
            <a:off x="2080136" y="1034344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Why Students Must Learn Forms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2AE9CF8-DC1B-6606-ADDE-55DC1973F6AE}"/>
              </a:ext>
            </a:extLst>
          </p:cNvPr>
          <p:cNvSpPr txBox="1">
            <a:spLocks/>
          </p:cNvSpPr>
          <p:nvPr/>
        </p:nvSpPr>
        <p:spPr>
          <a:xfrm>
            <a:off x="3969772" y="195964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Used in real-world projects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Essential for exams &amp; interviews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D27C42"/>
                </a:solidFill>
              </a:rPr>
              <a:t>Foundation for backend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653243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81B3-23C9-AC0D-67B8-7D33260D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99C19262-23D9-1793-D79B-C24697B1DF13}"/>
              </a:ext>
            </a:extLst>
          </p:cNvPr>
          <p:cNvSpPr/>
          <p:nvPr/>
        </p:nvSpPr>
        <p:spPr>
          <a:xfrm>
            <a:off x="1034476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8100000" algn="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20FEF928-E626-3DB2-0692-51F715016580}"/>
              </a:ext>
            </a:extLst>
          </p:cNvPr>
          <p:cNvSpPr/>
          <p:nvPr/>
        </p:nvSpPr>
        <p:spPr>
          <a:xfrm>
            <a:off x="-7708489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E51CCF42-B991-BD4D-5DE5-6DFED14C2ACA}"/>
              </a:ext>
            </a:extLst>
          </p:cNvPr>
          <p:cNvSpPr/>
          <p:nvPr/>
        </p:nvSpPr>
        <p:spPr>
          <a:xfrm>
            <a:off x="-7708489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384CE1E3-EB81-7FC4-62BC-086F5685BF57}"/>
              </a:ext>
            </a:extLst>
          </p:cNvPr>
          <p:cNvSpPr/>
          <p:nvPr/>
        </p:nvSpPr>
        <p:spPr>
          <a:xfrm>
            <a:off x="-7708489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453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1F391-4661-6970-3AA9-CDF57196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689CED7C-1B01-976A-236A-8F2759E891B9}"/>
              </a:ext>
            </a:extLst>
          </p:cNvPr>
          <p:cNvSpPr/>
          <p:nvPr/>
        </p:nvSpPr>
        <p:spPr>
          <a:xfrm flipH="1">
            <a:off x="-8521290" y="-5707626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F54EDA21-053F-4174-7100-8B98FFAB10A7}"/>
              </a:ext>
            </a:extLst>
          </p:cNvPr>
          <p:cNvSpPr/>
          <p:nvPr/>
        </p:nvSpPr>
        <p:spPr>
          <a:xfrm flipH="1">
            <a:off x="15461350" y="9986081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" name="Freeform: Shape 131">
            <a:extLst>
              <a:ext uri="{FF2B5EF4-FFF2-40B4-BE49-F238E27FC236}">
                <a16:creationId xmlns:a16="http://schemas.microsoft.com/office/drawing/2014/main" id="{FD733D65-7BC9-76BF-33BA-CB73F901E39F}"/>
              </a:ext>
            </a:extLst>
          </p:cNvPr>
          <p:cNvSpPr/>
          <p:nvPr/>
        </p:nvSpPr>
        <p:spPr>
          <a:xfrm flipH="1">
            <a:off x="8521288" y="5860027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3576544A-4BB1-FC7D-EF7A-0C35308BF2F5}"/>
              </a:ext>
            </a:extLst>
          </p:cNvPr>
          <p:cNvSpPr/>
          <p:nvPr/>
        </p:nvSpPr>
        <p:spPr>
          <a:xfrm flipH="1">
            <a:off x="8521287" y="8394602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23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1584-949C-CC21-1947-FC0833EC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890B636-D512-E540-A32E-48D6B5C01B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1994127" cy="5884605"/>
          </a:xfrm>
          <a:custGeom>
            <a:avLst/>
            <a:gdLst>
              <a:gd name="csX0" fmla="*/ 0 w 11994127"/>
              <a:gd name="csY0" fmla="*/ 0 h 5884605"/>
              <a:gd name="csX1" fmla="*/ 11994127 w 11994127"/>
              <a:gd name="csY1" fmla="*/ 0 h 5884605"/>
              <a:gd name="csX2" fmla="*/ 11994127 w 11994127"/>
              <a:gd name="csY2" fmla="*/ 5767921 h 5884605"/>
              <a:gd name="csX3" fmla="*/ 11736351 w 11994127"/>
              <a:gd name="csY3" fmla="*/ 5800402 h 5884605"/>
              <a:gd name="csX4" fmla="*/ 10159088 w 11994127"/>
              <a:gd name="csY4" fmla="*/ 5884605 h 5884605"/>
              <a:gd name="csX5" fmla="*/ 12544 w 11994127"/>
              <a:gd name="csY5" fmla="*/ 49561 h 5884605"/>
              <a:gd name="csX6" fmla="*/ 0 w 11994127"/>
              <a:gd name="csY6" fmla="*/ 0 h 5884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994127" h="5884605">
                <a:moveTo>
                  <a:pt x="0" y="0"/>
                </a:moveTo>
                <a:lnTo>
                  <a:pt x="11994127" y="0"/>
                </a:lnTo>
                <a:lnTo>
                  <a:pt x="11994127" y="5767921"/>
                </a:lnTo>
                <a:lnTo>
                  <a:pt x="11736351" y="5800402"/>
                </a:lnTo>
                <a:cubicBezTo>
                  <a:pt x="11222068" y="5855849"/>
                  <a:pt x="10695337" y="5884605"/>
                  <a:pt x="10159088" y="5884605"/>
                </a:cubicBezTo>
                <a:cubicBezTo>
                  <a:pt x="5154095" y="5884605"/>
                  <a:pt x="978292" y="3379614"/>
                  <a:pt x="12544" y="4956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glow rad="63500">
              <a:schemeClr val="bg1">
                <a:lumMod val="95000"/>
                <a:alpha val="40000"/>
              </a:schemeClr>
            </a:glow>
            <a:outerShdw blurRad="114300" dist="114300" dir="2700000" algn="tl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E7B39324-6A65-9551-F49C-23934FE67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940062" y="4278455"/>
            <a:ext cx="5251938" cy="2579545"/>
          </a:xfrm>
          <a:custGeom>
            <a:avLst/>
            <a:gdLst>
              <a:gd name="csX0" fmla="*/ 0 w 5092924"/>
              <a:gd name="csY0" fmla="*/ 0 h 2501444"/>
              <a:gd name="csX1" fmla="*/ 264903 w 5092924"/>
              <a:gd name="csY1" fmla="*/ 206889 h 2501444"/>
              <a:gd name="csX2" fmla="*/ 4802475 w 5092924"/>
              <a:gd name="csY2" fmla="*/ 2421364 h 2501444"/>
              <a:gd name="csX3" fmla="*/ 5092924 w 5092924"/>
              <a:gd name="csY3" fmla="*/ 2501444 h 2501444"/>
              <a:gd name="csX4" fmla="*/ 0 w 5092924"/>
              <a:gd name="csY4" fmla="*/ 2501444 h 2501444"/>
              <a:gd name="csX5" fmla="*/ 0 w 5092924"/>
              <a:gd name="csY5" fmla="*/ 0 h 25014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092924" h="2501444">
                <a:moveTo>
                  <a:pt x="0" y="0"/>
                </a:moveTo>
                <a:lnTo>
                  <a:pt x="264903" y="206889"/>
                </a:lnTo>
                <a:cubicBezTo>
                  <a:pt x="1529585" y="1154089"/>
                  <a:pt x="3072922" y="1913989"/>
                  <a:pt x="4802475" y="2421364"/>
                </a:cubicBezTo>
                <a:lnTo>
                  <a:pt x="5092924" y="2501444"/>
                </a:lnTo>
                <a:lnTo>
                  <a:pt x="0" y="2501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9383CC26-9D47-476F-ACF8-BF8D22B52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2"/>
            <a:ext cx="12192000" cy="6705599"/>
          </a:xfrm>
          <a:custGeom>
            <a:avLst/>
            <a:gdLst>
              <a:gd name="csX0" fmla="*/ 12191999 w 12192000"/>
              <a:gd name="csY0" fmla="*/ 0 h 6705599"/>
              <a:gd name="csX1" fmla="*/ 12192000 w 12192000"/>
              <a:gd name="csY1" fmla="*/ 0 h 6705599"/>
              <a:gd name="csX2" fmla="*/ 12192000 w 12192000"/>
              <a:gd name="csY2" fmla="*/ 6572636 h 6705599"/>
              <a:gd name="csX3" fmla="*/ 11898261 w 12192000"/>
              <a:gd name="csY3" fmla="*/ 6609649 h 6705599"/>
              <a:gd name="csX4" fmla="*/ 10100945 w 12192000"/>
              <a:gd name="csY4" fmla="*/ 6705599 h 6705599"/>
              <a:gd name="csX5" fmla="*/ 7629 w 12192000"/>
              <a:gd name="csY5" fmla="*/ 2696267 h 6705599"/>
              <a:gd name="csX6" fmla="*/ 0 w 12192000"/>
              <a:gd name="csY6" fmla="*/ 2686970 h 6705599"/>
              <a:gd name="csX7" fmla="*/ 0 w 12192000"/>
              <a:gd name="csY7" fmla="*/ 1316708 h 6705599"/>
              <a:gd name="csX8" fmla="*/ 9082 w 12192000"/>
              <a:gd name="csY8" fmla="*/ 1334045 h 6705599"/>
              <a:gd name="csX9" fmla="*/ 10243516 w 12192000"/>
              <a:gd name="csY9" fmla="*/ 6248398 h 6705599"/>
              <a:gd name="csX10" fmla="*/ 11918287 w 12192000"/>
              <a:gd name="csY10" fmla="*/ 6158990 h 6705599"/>
              <a:gd name="csX11" fmla="*/ 12191999 w 12192000"/>
              <a:gd name="csY11" fmla="*/ 6124501 h 6705599"/>
              <a:gd name="csX12" fmla="*/ 12191999 w 12192000"/>
              <a:gd name="csY12" fmla="*/ 0 h 6705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2000" h="6705599">
                <a:moveTo>
                  <a:pt x="12191999" y="0"/>
                </a:moveTo>
                <a:lnTo>
                  <a:pt x="12192000" y="0"/>
                </a:lnTo>
                <a:lnTo>
                  <a:pt x="12192000" y="6572636"/>
                </a:lnTo>
                <a:lnTo>
                  <a:pt x="11898261" y="6609649"/>
                </a:lnTo>
                <a:cubicBezTo>
                  <a:pt x="11312228" y="6672831"/>
                  <a:pt x="10712009" y="6705599"/>
                  <a:pt x="10100945" y="6705599"/>
                </a:cubicBezTo>
                <a:cubicBezTo>
                  <a:pt x="5823494" y="6705599"/>
                  <a:pt x="2077535" y="5099956"/>
                  <a:pt x="7629" y="2696267"/>
                </a:cubicBezTo>
                <a:lnTo>
                  <a:pt x="0" y="2686970"/>
                </a:lnTo>
                <a:lnTo>
                  <a:pt x="0" y="1316708"/>
                </a:lnTo>
                <a:lnTo>
                  <a:pt x="9082" y="1334045"/>
                </a:lnTo>
                <a:cubicBezTo>
                  <a:pt x="1617399" y="4211948"/>
                  <a:pt x="5593410" y="6248398"/>
                  <a:pt x="10243516" y="6248398"/>
                </a:cubicBezTo>
                <a:cubicBezTo>
                  <a:pt x="10812916" y="6248398"/>
                  <a:pt x="11372210" y="6217865"/>
                  <a:pt x="11918287" y="6158990"/>
                </a:cubicBezTo>
                <a:lnTo>
                  <a:pt x="12191999" y="6124501"/>
                </a:lnTo>
                <a:lnTo>
                  <a:pt x="12191999" y="0"/>
                </a:lnTo>
                <a:close/>
              </a:path>
            </a:pathLst>
          </a:custGeom>
          <a:pattFill prst="pct5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0C226EEE-8DD8-CC9D-3C66-DE59A0D90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2686976"/>
            <a:ext cx="12192001" cy="4171024"/>
          </a:xfrm>
          <a:custGeom>
            <a:avLst/>
            <a:gdLst>
              <a:gd name="csX0" fmla="*/ 0 w 12192001"/>
              <a:gd name="csY0" fmla="*/ 0 h 4171024"/>
              <a:gd name="csX1" fmla="*/ 7628 w 12192001"/>
              <a:gd name="csY1" fmla="*/ 9295 h 4171024"/>
              <a:gd name="csX2" fmla="*/ 10100944 w 12192001"/>
              <a:gd name="csY2" fmla="*/ 4018627 h 4171024"/>
              <a:gd name="csX3" fmla="*/ 11898260 w 12192001"/>
              <a:gd name="csY3" fmla="*/ 3922677 h 4171024"/>
              <a:gd name="csX4" fmla="*/ 12192000 w 12192001"/>
              <a:gd name="csY4" fmla="*/ 3885664 h 4171024"/>
              <a:gd name="csX5" fmla="*/ 12192000 w 12192001"/>
              <a:gd name="csY5" fmla="*/ 3885662 h 4171024"/>
              <a:gd name="csX6" fmla="*/ 12192001 w 12192001"/>
              <a:gd name="csY6" fmla="*/ 3885662 h 4171024"/>
              <a:gd name="csX7" fmla="*/ 12192001 w 12192001"/>
              <a:gd name="csY7" fmla="*/ 4171024 h 4171024"/>
              <a:gd name="csX8" fmla="*/ 5092925 w 12192001"/>
              <a:gd name="csY8" fmla="*/ 4171024 h 4171024"/>
              <a:gd name="csX9" fmla="*/ 4802476 w 12192001"/>
              <a:gd name="csY9" fmla="*/ 4090944 h 4171024"/>
              <a:gd name="csX10" fmla="*/ 4217421 w 12192001"/>
              <a:gd name="csY10" fmla="*/ 3906215 h 4171024"/>
              <a:gd name="csX11" fmla="*/ 4038127 w 12192001"/>
              <a:gd name="csY11" fmla="*/ 3843829 h 4171024"/>
              <a:gd name="csX12" fmla="*/ 3640716 w 12192001"/>
              <a:gd name="csY12" fmla="*/ 3699943 h 4171024"/>
              <a:gd name="csX13" fmla="*/ 3445126 w 12192001"/>
              <a:gd name="csY13" fmla="*/ 3624434 h 4171024"/>
              <a:gd name="csX14" fmla="*/ 3060175 w 12192001"/>
              <a:gd name="csY14" fmla="*/ 3466340 h 4171024"/>
              <a:gd name="csX15" fmla="*/ 2890208 w 12192001"/>
              <a:gd name="csY15" fmla="*/ 3393967 h 4171024"/>
              <a:gd name="csX16" fmla="*/ 2359451 w 12192001"/>
              <a:gd name="csY16" fmla="*/ 3148682 h 4171024"/>
              <a:gd name="csX17" fmla="*/ 2359364 w 12192001"/>
              <a:gd name="csY17" fmla="*/ 3148641 h 4171024"/>
              <a:gd name="csX18" fmla="*/ 2359273 w 12192001"/>
              <a:gd name="csY18" fmla="*/ 3148595 h 4171024"/>
              <a:gd name="csX19" fmla="*/ 1848211 w 12192001"/>
              <a:gd name="csY19" fmla="*/ 2884356 h 4171024"/>
              <a:gd name="csX20" fmla="*/ 1692972 w 12192001"/>
              <a:gd name="csY20" fmla="*/ 2797747 h 4171024"/>
              <a:gd name="csX21" fmla="*/ 1349922 w 12192001"/>
              <a:gd name="csY21" fmla="*/ 2600107 h 4171024"/>
              <a:gd name="csX22" fmla="*/ 1182200 w 12192001"/>
              <a:gd name="csY22" fmla="*/ 2498211 h 4171024"/>
              <a:gd name="csX23" fmla="*/ 854442 w 12192001"/>
              <a:gd name="csY23" fmla="*/ 2288334 h 4171024"/>
              <a:gd name="csX24" fmla="*/ 710267 w 12192001"/>
              <a:gd name="csY24" fmla="*/ 2193066 h 4171024"/>
              <a:gd name="csX25" fmla="*/ 264904 w 12192001"/>
              <a:gd name="csY25" fmla="*/ 1876469 h 4171024"/>
              <a:gd name="csX26" fmla="*/ 0 w 12192001"/>
              <a:gd name="csY26" fmla="*/ 1669579 h 4171024"/>
              <a:gd name="csX27" fmla="*/ 0 w 12192001"/>
              <a:gd name="csY27" fmla="*/ 0 h 4171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2192001" h="4171024">
                <a:moveTo>
                  <a:pt x="0" y="0"/>
                </a:moveTo>
                <a:lnTo>
                  <a:pt x="7628" y="9295"/>
                </a:lnTo>
                <a:cubicBezTo>
                  <a:pt x="2077534" y="2412984"/>
                  <a:pt x="5823493" y="4018627"/>
                  <a:pt x="10100944" y="4018627"/>
                </a:cubicBezTo>
                <a:cubicBezTo>
                  <a:pt x="10712008" y="4018627"/>
                  <a:pt x="11312227" y="3985859"/>
                  <a:pt x="11898260" y="3922677"/>
                </a:cubicBezTo>
                <a:lnTo>
                  <a:pt x="12192000" y="3885664"/>
                </a:lnTo>
                <a:lnTo>
                  <a:pt x="12192000" y="3885662"/>
                </a:lnTo>
                <a:lnTo>
                  <a:pt x="12192001" y="3885662"/>
                </a:lnTo>
                <a:lnTo>
                  <a:pt x="12192001" y="4171024"/>
                </a:lnTo>
                <a:lnTo>
                  <a:pt x="5092925" y="4171024"/>
                </a:lnTo>
                <a:lnTo>
                  <a:pt x="4802476" y="4090944"/>
                </a:lnTo>
                <a:lnTo>
                  <a:pt x="4217421" y="3906215"/>
                </a:lnTo>
                <a:lnTo>
                  <a:pt x="4038127" y="3843829"/>
                </a:lnTo>
                <a:lnTo>
                  <a:pt x="3640716" y="3699943"/>
                </a:lnTo>
                <a:lnTo>
                  <a:pt x="3445126" y="3624434"/>
                </a:lnTo>
                <a:lnTo>
                  <a:pt x="3060175" y="3466340"/>
                </a:lnTo>
                <a:lnTo>
                  <a:pt x="2890208" y="3393967"/>
                </a:lnTo>
                <a:lnTo>
                  <a:pt x="2359451" y="3148682"/>
                </a:lnTo>
                <a:lnTo>
                  <a:pt x="2359364" y="3148641"/>
                </a:lnTo>
                <a:lnTo>
                  <a:pt x="2359273" y="3148595"/>
                </a:lnTo>
                <a:lnTo>
                  <a:pt x="1848211" y="2884356"/>
                </a:lnTo>
                <a:lnTo>
                  <a:pt x="1692972" y="2797747"/>
                </a:lnTo>
                <a:lnTo>
                  <a:pt x="1349922" y="2600107"/>
                </a:lnTo>
                <a:lnTo>
                  <a:pt x="1182200" y="2498211"/>
                </a:lnTo>
                <a:lnTo>
                  <a:pt x="854442" y="2288334"/>
                </a:lnTo>
                <a:lnTo>
                  <a:pt x="710267" y="2193066"/>
                </a:lnTo>
                <a:lnTo>
                  <a:pt x="264904" y="1876469"/>
                </a:lnTo>
                <a:lnTo>
                  <a:pt x="0" y="1669579"/>
                </a:lnTo>
                <a:lnTo>
                  <a:pt x="0" y="0"/>
                </a:lnTo>
                <a:close/>
              </a:path>
            </a:pathLst>
          </a:custGeom>
          <a:solidFill>
            <a:srgbClr val="EB834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8" name="Title 1">
            <a:extLst>
              <a:ext uri="{FF2B5EF4-FFF2-40B4-BE49-F238E27FC236}">
                <a16:creationId xmlns:a16="http://schemas.microsoft.com/office/drawing/2014/main" id="{3B5835C8-B936-2A44-4D82-BD85BF425E09}"/>
              </a:ext>
            </a:extLst>
          </p:cNvPr>
          <p:cNvSpPr txBox="1">
            <a:spLocks/>
          </p:cNvSpPr>
          <p:nvPr/>
        </p:nvSpPr>
        <p:spPr>
          <a:xfrm>
            <a:off x="721678" y="1266472"/>
            <a:ext cx="8229600" cy="645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955023"/>
                </a:solidFill>
              </a:rPr>
              <a:t>Thank You 🎉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A916A2-BE51-45FD-8BE4-E6C267607ED9}"/>
              </a:ext>
            </a:extLst>
          </p:cNvPr>
          <p:cNvSpPr txBox="1">
            <a:spLocks/>
          </p:cNvSpPr>
          <p:nvPr/>
        </p:nvSpPr>
        <p:spPr>
          <a:xfrm>
            <a:off x="721678" y="2472715"/>
            <a:ext cx="8229600" cy="6451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Practice HTML Forms to master Web Development!</a:t>
            </a:r>
          </a:p>
        </p:txBody>
      </p:sp>
    </p:spTree>
    <p:extLst>
      <p:ext uri="{BB962C8B-B14F-4D97-AF65-F5344CB8AC3E}">
        <p14:creationId xmlns:p14="http://schemas.microsoft.com/office/powerpoint/2010/main" val="3458861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9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Words>215</Words>
  <Application>Microsoft Office PowerPoint</Application>
  <PresentationFormat>Widescreen</PresentationFormat>
  <Paragraphs>67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Mastering HTML 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 kharecha</dc:creator>
  <cp:lastModifiedBy>Harsh S kharecha</cp:lastModifiedBy>
  <cp:revision>2</cp:revision>
  <dcterms:created xsi:type="dcterms:W3CDTF">2025-12-27T05:39:07Z</dcterms:created>
  <dcterms:modified xsi:type="dcterms:W3CDTF">2025-12-27T08:23:41Z</dcterms:modified>
</cp:coreProperties>
</file>